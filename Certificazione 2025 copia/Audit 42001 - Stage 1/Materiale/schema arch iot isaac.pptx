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04A055F-3397-4043-BE37-41203D2EF57C}" v="4" dt="2025-05-14T16:57:51.845"/>
    <p1510:client id="{850BD884-16A1-4D7A-B189-0AD758ABBED1}" v="109" dt="2025-05-15T15:12:14.33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>
        <p:scale>
          <a:sx n="100" d="100"/>
          <a:sy n="100" d="100"/>
        </p:scale>
        <p:origin x="-211" y="-2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iordano Pescetelli" userId="41404619-fc44-47ca-b699-ae89218b07d2" providerId="ADAL" clId="{850BD884-16A1-4D7A-B189-0AD758ABBED1}"/>
    <pc:docChg chg="undo custSel addSld modSld">
      <pc:chgData name="Giordano Pescetelli" userId="41404619-fc44-47ca-b699-ae89218b07d2" providerId="ADAL" clId="{850BD884-16A1-4D7A-B189-0AD758ABBED1}" dt="2025-05-15T15:12:49.865" v="654" actId="1076"/>
      <pc:docMkLst>
        <pc:docMk/>
      </pc:docMkLst>
      <pc:sldChg chg="addSp delSp modSp">
        <pc:chgData name="Giordano Pescetelli" userId="41404619-fc44-47ca-b699-ae89218b07d2" providerId="ADAL" clId="{850BD884-16A1-4D7A-B189-0AD758ABBED1}" dt="2025-05-15T15:01:41.354" v="1"/>
        <pc:sldMkLst>
          <pc:docMk/>
          <pc:sldMk cId="2006691234" sldId="256"/>
        </pc:sldMkLst>
        <pc:graphicFrameChg chg="add del mod">
          <ac:chgData name="Giordano Pescetelli" userId="41404619-fc44-47ca-b699-ae89218b07d2" providerId="ADAL" clId="{850BD884-16A1-4D7A-B189-0AD758ABBED1}" dt="2025-05-15T15:01:41.354" v="1"/>
          <ac:graphicFrameMkLst>
            <pc:docMk/>
            <pc:sldMk cId="2006691234" sldId="256"/>
            <ac:graphicFrameMk id="2" creationId="{EFBAA9D4-7167-4A65-8E14-55DB2BE673B7}"/>
          </ac:graphicFrameMkLst>
        </pc:graphicFrameChg>
      </pc:sldChg>
      <pc:sldChg chg="addSp delSp modSp add mod">
        <pc:chgData name="Giordano Pescetelli" userId="41404619-fc44-47ca-b699-ae89218b07d2" providerId="ADAL" clId="{850BD884-16A1-4D7A-B189-0AD758ABBED1}" dt="2025-05-15T15:12:49.865" v="654" actId="1076"/>
        <pc:sldMkLst>
          <pc:docMk/>
          <pc:sldMk cId="2038719120" sldId="257"/>
        </pc:sldMkLst>
        <pc:spChg chg="add mod">
          <ac:chgData name="Giordano Pescetelli" userId="41404619-fc44-47ca-b699-ae89218b07d2" providerId="ADAL" clId="{850BD884-16A1-4D7A-B189-0AD758ABBED1}" dt="2025-05-15T15:10:33.543" v="629" actId="20577"/>
          <ac:spMkLst>
            <pc:docMk/>
            <pc:sldMk cId="2038719120" sldId="257"/>
            <ac:spMk id="4" creationId="{01F99298-0765-4E11-B4F1-C63CE5CB7465}"/>
          </ac:spMkLst>
        </pc:spChg>
        <pc:spChg chg="add del mod">
          <ac:chgData name="Giordano Pescetelli" userId="41404619-fc44-47ca-b699-ae89218b07d2" providerId="ADAL" clId="{850BD884-16A1-4D7A-B189-0AD758ABBED1}" dt="2025-05-15T15:08:07.248" v="465" actId="1076"/>
          <ac:spMkLst>
            <pc:docMk/>
            <pc:sldMk cId="2038719120" sldId="257"/>
            <ac:spMk id="7" creationId="{1BCC0632-AF41-5953-772A-E997DAB814B3}"/>
          </ac:spMkLst>
        </pc:spChg>
        <pc:spChg chg="mod">
          <ac:chgData name="Giordano Pescetelli" userId="41404619-fc44-47ca-b699-ae89218b07d2" providerId="ADAL" clId="{850BD884-16A1-4D7A-B189-0AD758ABBED1}" dt="2025-05-15T15:03:46.309" v="271" actId="1038"/>
          <ac:spMkLst>
            <pc:docMk/>
            <pc:sldMk cId="2038719120" sldId="257"/>
            <ac:spMk id="40" creationId="{7B62E973-7100-1BDD-F82D-A7CE6E992808}"/>
          </ac:spMkLst>
        </pc:spChg>
        <pc:spChg chg="mod">
          <ac:chgData name="Giordano Pescetelli" userId="41404619-fc44-47ca-b699-ae89218b07d2" providerId="ADAL" clId="{850BD884-16A1-4D7A-B189-0AD758ABBED1}" dt="2025-05-15T15:03:46.309" v="271" actId="1038"/>
          <ac:spMkLst>
            <pc:docMk/>
            <pc:sldMk cId="2038719120" sldId="257"/>
            <ac:spMk id="41" creationId="{EBDE5885-6198-465F-2A01-8938D2FDA7EA}"/>
          </ac:spMkLst>
        </pc:spChg>
        <pc:spChg chg="mod">
          <ac:chgData name="Giordano Pescetelli" userId="41404619-fc44-47ca-b699-ae89218b07d2" providerId="ADAL" clId="{850BD884-16A1-4D7A-B189-0AD758ABBED1}" dt="2025-05-15T15:09:15.621" v="558" actId="1076"/>
          <ac:spMkLst>
            <pc:docMk/>
            <pc:sldMk cId="2038719120" sldId="257"/>
            <ac:spMk id="42" creationId="{35FEA686-C6A1-BFB4-6CFA-BB8F277F82AD}"/>
          </ac:spMkLst>
        </pc:spChg>
        <pc:spChg chg="mod">
          <ac:chgData name="Giordano Pescetelli" userId="41404619-fc44-47ca-b699-ae89218b07d2" providerId="ADAL" clId="{850BD884-16A1-4D7A-B189-0AD758ABBED1}" dt="2025-05-15T15:02:44.642" v="88"/>
          <ac:spMkLst>
            <pc:docMk/>
            <pc:sldMk cId="2038719120" sldId="257"/>
            <ac:spMk id="65" creationId="{1B93AACE-E809-4946-8B20-99217734C67D}"/>
          </ac:spMkLst>
        </pc:spChg>
        <pc:spChg chg="mod">
          <ac:chgData name="Giordano Pescetelli" userId="41404619-fc44-47ca-b699-ae89218b07d2" providerId="ADAL" clId="{850BD884-16A1-4D7A-B189-0AD758ABBED1}" dt="2025-05-15T15:02:44.642" v="88"/>
          <ac:spMkLst>
            <pc:docMk/>
            <pc:sldMk cId="2038719120" sldId="257"/>
            <ac:spMk id="66" creationId="{7CA2E00E-CA58-4745-B165-1F2C898FB854}"/>
          </ac:spMkLst>
        </pc:spChg>
        <pc:spChg chg="mod">
          <ac:chgData name="Giordano Pescetelli" userId="41404619-fc44-47ca-b699-ae89218b07d2" providerId="ADAL" clId="{850BD884-16A1-4D7A-B189-0AD758ABBED1}" dt="2025-05-15T15:03:02.900" v="128"/>
          <ac:spMkLst>
            <pc:docMk/>
            <pc:sldMk cId="2038719120" sldId="257"/>
            <ac:spMk id="68" creationId="{C9F511EB-0EF5-40E6-85E2-902A846C7F75}"/>
          </ac:spMkLst>
        </pc:spChg>
        <pc:spChg chg="mod">
          <ac:chgData name="Giordano Pescetelli" userId="41404619-fc44-47ca-b699-ae89218b07d2" providerId="ADAL" clId="{850BD884-16A1-4D7A-B189-0AD758ABBED1}" dt="2025-05-15T15:03:02.900" v="128"/>
          <ac:spMkLst>
            <pc:docMk/>
            <pc:sldMk cId="2038719120" sldId="257"/>
            <ac:spMk id="69" creationId="{1674F6F7-4E58-4689-A53C-DC8F673C83D5}"/>
          </ac:spMkLst>
        </pc:spChg>
        <pc:spChg chg="add mod">
          <ac:chgData name="Giordano Pescetelli" userId="41404619-fc44-47ca-b699-ae89218b07d2" providerId="ADAL" clId="{850BD884-16A1-4D7A-B189-0AD758ABBED1}" dt="2025-05-15T15:08:36.783" v="531" actId="20577"/>
          <ac:spMkLst>
            <pc:docMk/>
            <pc:sldMk cId="2038719120" sldId="257"/>
            <ac:spMk id="73" creationId="{F0EBF4F5-2505-4963-B36F-FE0424EDE3CE}"/>
          </ac:spMkLst>
        </pc:spChg>
        <pc:spChg chg="add mod">
          <ac:chgData name="Giordano Pescetelli" userId="41404619-fc44-47ca-b699-ae89218b07d2" providerId="ADAL" clId="{850BD884-16A1-4D7A-B189-0AD758ABBED1}" dt="2025-05-15T15:10:04.268" v="599" actId="20577"/>
          <ac:spMkLst>
            <pc:docMk/>
            <pc:sldMk cId="2038719120" sldId="257"/>
            <ac:spMk id="74" creationId="{A61B98EC-C994-40D5-8881-70D89F525B6B}"/>
          </ac:spMkLst>
        </pc:spChg>
        <pc:spChg chg="add mod">
          <ac:chgData name="Giordano Pescetelli" userId="41404619-fc44-47ca-b699-ae89218b07d2" providerId="ADAL" clId="{850BD884-16A1-4D7A-B189-0AD758ABBED1}" dt="2025-05-15T15:08:42.306" v="552" actId="20577"/>
          <ac:spMkLst>
            <pc:docMk/>
            <pc:sldMk cId="2038719120" sldId="257"/>
            <ac:spMk id="76" creationId="{0C17EDB2-AD96-4036-AE4A-2D00D81F9BEC}"/>
          </ac:spMkLst>
        </pc:spChg>
        <pc:spChg chg="add mod">
          <ac:chgData name="Giordano Pescetelli" userId="41404619-fc44-47ca-b699-ae89218b07d2" providerId="ADAL" clId="{850BD884-16A1-4D7A-B189-0AD758ABBED1}" dt="2025-05-15T15:12:49.865" v="654" actId="1076"/>
          <ac:spMkLst>
            <pc:docMk/>
            <pc:sldMk cId="2038719120" sldId="257"/>
            <ac:spMk id="81" creationId="{AFDE78F3-A492-4DCB-B037-E0352AA04DA6}"/>
          </ac:spMkLst>
        </pc:spChg>
        <pc:spChg chg="del mod">
          <ac:chgData name="Giordano Pescetelli" userId="41404619-fc44-47ca-b699-ae89218b07d2" providerId="ADAL" clId="{850BD884-16A1-4D7A-B189-0AD758ABBED1}" dt="2025-05-15T15:10:08.771" v="600" actId="478"/>
          <ac:spMkLst>
            <pc:docMk/>
            <pc:sldMk cId="2038719120" sldId="257"/>
            <ac:spMk id="1047" creationId="{9DAE2B09-7E19-9BA6-E24F-5EBE2B65AD20}"/>
          </ac:spMkLst>
        </pc:spChg>
        <pc:grpChg chg="mod">
          <ac:chgData name="Giordano Pescetelli" userId="41404619-fc44-47ca-b699-ae89218b07d2" providerId="ADAL" clId="{850BD884-16A1-4D7A-B189-0AD758ABBED1}" dt="2025-05-15T15:03:38.729" v="250" actId="1037"/>
          <ac:grpSpMkLst>
            <pc:docMk/>
            <pc:sldMk cId="2038719120" sldId="257"/>
            <ac:grpSpMk id="28" creationId="{1016781E-E72D-2190-9E85-380CFA64F1FE}"/>
          </ac:grpSpMkLst>
        </pc:grpChg>
        <pc:grpChg chg="mod">
          <ac:chgData name="Giordano Pescetelli" userId="41404619-fc44-47ca-b699-ae89218b07d2" providerId="ADAL" clId="{850BD884-16A1-4D7A-B189-0AD758ABBED1}" dt="2025-05-15T15:02:54.243" v="125" actId="1037"/>
          <ac:grpSpMkLst>
            <pc:docMk/>
            <pc:sldMk cId="2038719120" sldId="257"/>
            <ac:grpSpMk id="31" creationId="{F1227CF4-7A32-AD7C-EC1E-F35518D0DB46}"/>
          </ac:grpSpMkLst>
        </pc:grpChg>
        <pc:grpChg chg="mod">
          <ac:chgData name="Giordano Pescetelli" userId="41404619-fc44-47ca-b699-ae89218b07d2" providerId="ADAL" clId="{850BD884-16A1-4D7A-B189-0AD758ABBED1}" dt="2025-05-15T15:02:38.846" v="87" actId="1038"/>
          <ac:grpSpMkLst>
            <pc:docMk/>
            <pc:sldMk cId="2038719120" sldId="257"/>
            <ac:grpSpMk id="35" creationId="{81404237-CD29-D545-CB66-76138F16D18D}"/>
          </ac:grpSpMkLst>
        </pc:grpChg>
        <pc:grpChg chg="del">
          <ac:chgData name="Giordano Pescetelli" userId="41404619-fc44-47ca-b699-ae89218b07d2" providerId="ADAL" clId="{850BD884-16A1-4D7A-B189-0AD758ABBED1}" dt="2025-05-15T15:02:00.061" v="5" actId="478"/>
          <ac:grpSpMkLst>
            <pc:docMk/>
            <pc:sldMk cId="2038719120" sldId="257"/>
            <ac:grpSpMk id="43" creationId="{ADDDF61E-203B-ABF0-9DEA-3A560A4987CC}"/>
          </ac:grpSpMkLst>
        </pc:grpChg>
        <pc:grpChg chg="mod">
          <ac:chgData name="Giordano Pescetelli" userId="41404619-fc44-47ca-b699-ae89218b07d2" providerId="ADAL" clId="{850BD884-16A1-4D7A-B189-0AD758ABBED1}" dt="2025-05-15T15:03:14.450" v="235" actId="1038"/>
          <ac:grpSpMkLst>
            <pc:docMk/>
            <pc:sldMk cId="2038719120" sldId="257"/>
            <ac:grpSpMk id="51" creationId="{841175E2-2426-EC9E-0ACE-A4BAE1F065A4}"/>
          </ac:grpSpMkLst>
        </pc:grpChg>
        <pc:grpChg chg="add del mod">
          <ac:chgData name="Giordano Pescetelli" userId="41404619-fc44-47ca-b699-ae89218b07d2" providerId="ADAL" clId="{850BD884-16A1-4D7A-B189-0AD758ABBED1}" dt="2025-05-15T15:02:45.569" v="89"/>
          <ac:grpSpMkLst>
            <pc:docMk/>
            <pc:sldMk cId="2038719120" sldId="257"/>
            <ac:grpSpMk id="64" creationId="{EE4FE5F8-6D5F-4739-BACF-B8F598FD7A60}"/>
          </ac:grpSpMkLst>
        </pc:grpChg>
        <pc:grpChg chg="add mod">
          <ac:chgData name="Giordano Pescetelli" userId="41404619-fc44-47ca-b699-ae89218b07d2" providerId="ADAL" clId="{850BD884-16A1-4D7A-B189-0AD758ABBED1}" dt="2025-05-15T15:03:14.450" v="235" actId="1038"/>
          <ac:grpSpMkLst>
            <pc:docMk/>
            <pc:sldMk cId="2038719120" sldId="257"/>
            <ac:grpSpMk id="67" creationId="{7F73CE1A-0FBF-4529-981F-2BC022EEDD30}"/>
          </ac:grpSpMkLst>
        </pc:grpChg>
        <pc:grpChg chg="mod">
          <ac:chgData name="Giordano Pescetelli" userId="41404619-fc44-47ca-b699-ae89218b07d2" providerId="ADAL" clId="{850BD884-16A1-4D7A-B189-0AD758ABBED1}" dt="2025-05-15T15:02:22.907" v="17" actId="1037"/>
          <ac:grpSpMkLst>
            <pc:docMk/>
            <pc:sldMk cId="2038719120" sldId="257"/>
            <ac:grpSpMk id="1039" creationId="{2597C5F9-FCDD-5B00-78C0-9C720DD23586}"/>
          </ac:grpSpMkLst>
        </pc:grpChg>
        <pc:picChg chg="mod">
          <ac:chgData name="Giordano Pescetelli" userId="41404619-fc44-47ca-b699-ae89218b07d2" providerId="ADAL" clId="{850BD884-16A1-4D7A-B189-0AD758ABBED1}" dt="2025-05-15T15:09:11.243" v="556" actId="14100"/>
          <ac:picMkLst>
            <pc:docMk/>
            <pc:sldMk cId="2038719120" sldId="257"/>
            <ac:picMk id="1032" creationId="{BD3D8A97-34CE-C47B-1198-DFE25E0C738A}"/>
          </ac:picMkLst>
        </pc:picChg>
        <pc:picChg chg="mod">
          <ac:chgData name="Giordano Pescetelli" userId="41404619-fc44-47ca-b699-ae89218b07d2" providerId="ADAL" clId="{850BD884-16A1-4D7A-B189-0AD758ABBED1}" dt="2025-05-15T15:09:12.595" v="557" actId="1076"/>
          <ac:picMkLst>
            <pc:docMk/>
            <pc:sldMk cId="2038719120" sldId="257"/>
            <ac:picMk id="1034" creationId="{804EE90A-1DD6-B623-CB15-BA98DD291D59}"/>
          </ac:picMkLst>
        </pc:picChg>
        <pc:picChg chg="mod">
          <ac:chgData name="Giordano Pescetelli" userId="41404619-fc44-47ca-b699-ae89218b07d2" providerId="ADAL" clId="{850BD884-16A1-4D7A-B189-0AD758ABBED1}" dt="2025-05-15T15:03:46.309" v="271" actId="1038"/>
          <ac:picMkLst>
            <pc:docMk/>
            <pc:sldMk cId="2038719120" sldId="257"/>
            <ac:picMk id="1036" creationId="{319B6E39-1E19-BDCA-8520-8FFDFC9D99F1}"/>
          </ac:picMkLst>
        </pc:picChg>
        <pc:picChg chg="mod">
          <ac:chgData name="Giordano Pescetelli" userId="41404619-fc44-47ca-b699-ae89218b07d2" providerId="ADAL" clId="{850BD884-16A1-4D7A-B189-0AD758ABBED1}" dt="2025-05-15T15:03:46.309" v="271" actId="1038"/>
          <ac:picMkLst>
            <pc:docMk/>
            <pc:sldMk cId="2038719120" sldId="257"/>
            <ac:picMk id="1038" creationId="{12CA4A91-0C17-9AB5-2CED-BAF05BF5F7EE}"/>
          </ac:picMkLst>
        </pc:picChg>
        <pc:picChg chg="mod">
          <ac:chgData name="Giordano Pescetelli" userId="41404619-fc44-47ca-b699-ae89218b07d2" providerId="ADAL" clId="{850BD884-16A1-4D7A-B189-0AD758ABBED1}" dt="2025-05-15T15:12:14.336" v="648" actId="1076"/>
          <ac:picMkLst>
            <pc:docMk/>
            <pc:sldMk cId="2038719120" sldId="257"/>
            <ac:picMk id="1046" creationId="{12BA2889-C92C-C24C-FA26-4769A716174A}"/>
          </ac:picMkLst>
        </pc:picChg>
        <pc:picChg chg="mod">
          <ac:chgData name="Giordano Pescetelli" userId="41404619-fc44-47ca-b699-ae89218b07d2" providerId="ADAL" clId="{850BD884-16A1-4D7A-B189-0AD758ABBED1}" dt="2025-05-15T15:12:07.681" v="645" actId="1076"/>
          <ac:picMkLst>
            <pc:docMk/>
            <pc:sldMk cId="2038719120" sldId="257"/>
            <ac:picMk id="1050" creationId="{6157A54E-CBC4-BCB0-8213-3BD7F84EC582}"/>
          </ac:picMkLst>
        </pc:picChg>
        <pc:picChg chg="mod">
          <ac:chgData name="Giordano Pescetelli" userId="41404619-fc44-47ca-b699-ae89218b07d2" providerId="ADAL" clId="{850BD884-16A1-4D7A-B189-0AD758ABBED1}" dt="2025-05-15T15:10:45.106" v="632" actId="1076"/>
          <ac:picMkLst>
            <pc:docMk/>
            <pc:sldMk cId="2038719120" sldId="257"/>
            <ac:picMk id="1052" creationId="{50E7CFA3-60F5-AE80-7C07-9ED03AB2993F}"/>
          </ac:picMkLst>
        </pc:picChg>
        <pc:picChg chg="del mod">
          <ac:chgData name="Giordano Pescetelli" userId="41404619-fc44-47ca-b699-ae89218b07d2" providerId="ADAL" clId="{850BD884-16A1-4D7A-B189-0AD758ABBED1}" dt="2025-05-15T15:10:49.778" v="633" actId="478"/>
          <ac:picMkLst>
            <pc:docMk/>
            <pc:sldMk cId="2038719120" sldId="257"/>
            <ac:picMk id="1054" creationId="{C9EF885D-6D29-1054-0F9A-E8AEF77CC175}"/>
          </ac:picMkLst>
        </pc:picChg>
        <pc:picChg chg="add mod">
          <ac:chgData name="Giordano Pescetelli" userId="41404619-fc44-47ca-b699-ae89218b07d2" providerId="ADAL" clId="{850BD884-16A1-4D7A-B189-0AD758ABBED1}" dt="2025-05-15T15:12:04.386" v="644" actId="1076"/>
          <ac:picMkLst>
            <pc:docMk/>
            <pc:sldMk cId="2038719120" sldId="257"/>
            <ac:picMk id="2050" creationId="{383DFAFC-7E7F-4647-8092-8E27BC031C64}"/>
          </ac:picMkLst>
        </pc:picChg>
        <pc:cxnChg chg="add mod">
          <ac:chgData name="Giordano Pescetelli" userId="41404619-fc44-47ca-b699-ae89218b07d2" providerId="ADAL" clId="{850BD884-16A1-4D7A-B189-0AD758ABBED1}" dt="2025-05-15T15:03:57.734" v="272" actId="13822"/>
          <ac:cxnSpMkLst>
            <pc:docMk/>
            <pc:sldMk cId="2038719120" sldId="257"/>
            <ac:cxnSpMk id="3" creationId="{F0BC8797-4534-4AA5-BF82-7829EA0414B2}"/>
          </ac:cxnSpMkLst>
        </pc:cxnChg>
        <pc:cxnChg chg="del mod">
          <ac:chgData name="Giordano Pescetelli" userId="41404619-fc44-47ca-b699-ae89218b07d2" providerId="ADAL" clId="{850BD884-16A1-4D7A-B189-0AD758ABBED1}" dt="2025-05-15T15:02:01.350" v="6" actId="478"/>
          <ac:cxnSpMkLst>
            <pc:docMk/>
            <pc:sldMk cId="2038719120" sldId="257"/>
            <ac:cxnSpMk id="15" creationId="{44A915AE-2CF8-18D1-8A47-91732B650824}"/>
          </ac:cxnSpMkLst>
        </pc:cxnChg>
        <pc:cxnChg chg="del mod">
          <ac:chgData name="Giordano Pescetelli" userId="41404619-fc44-47ca-b699-ae89218b07d2" providerId="ADAL" clId="{850BD884-16A1-4D7A-B189-0AD758ABBED1}" dt="2025-05-15T15:01:58.518" v="3" actId="478"/>
          <ac:cxnSpMkLst>
            <pc:docMk/>
            <pc:sldMk cId="2038719120" sldId="257"/>
            <ac:cxnSpMk id="47" creationId="{B1D45E15-1B33-5C5A-A090-4668D9E68FF3}"/>
          </ac:cxnSpMkLst>
        </pc:cxnChg>
        <pc:cxnChg chg="del">
          <ac:chgData name="Giordano Pescetelli" userId="41404619-fc44-47ca-b699-ae89218b07d2" providerId="ADAL" clId="{850BD884-16A1-4D7A-B189-0AD758ABBED1}" dt="2025-05-15T15:01:59.398" v="4" actId="478"/>
          <ac:cxnSpMkLst>
            <pc:docMk/>
            <pc:sldMk cId="2038719120" sldId="257"/>
            <ac:cxnSpMk id="48" creationId="{016472F6-3E16-4DC6-8AA8-11526CA96A16}"/>
          </ac:cxnSpMkLst>
        </pc:cxnChg>
        <pc:cxnChg chg="mod">
          <ac:chgData name="Giordano Pescetelli" userId="41404619-fc44-47ca-b699-ae89218b07d2" providerId="ADAL" clId="{850BD884-16A1-4D7A-B189-0AD758ABBED1}" dt="2025-05-15T15:08:07.248" v="465" actId="1076"/>
          <ac:cxnSpMkLst>
            <pc:docMk/>
            <pc:sldMk cId="2038719120" sldId="257"/>
            <ac:cxnSpMk id="58" creationId="{2287EAF5-2BE3-FF88-5DA4-D225EA42ABE1}"/>
          </ac:cxnSpMkLst>
        </pc:cxnChg>
        <pc:cxnChg chg="mod">
          <ac:chgData name="Giordano Pescetelli" userId="41404619-fc44-47ca-b699-ae89218b07d2" providerId="ADAL" clId="{850BD884-16A1-4D7A-B189-0AD758ABBED1}" dt="2025-05-15T15:02:22.907" v="17" actId="1037"/>
          <ac:cxnSpMkLst>
            <pc:docMk/>
            <pc:sldMk cId="2038719120" sldId="257"/>
            <ac:cxnSpMk id="1033" creationId="{7855DB06-39B8-38E9-9632-F36F8A86F920}"/>
          </ac:cxnSpMkLst>
        </pc:cxnChg>
      </pc:sldChg>
    </pc:docChg>
  </pc:docChgLst>
  <pc:docChgLst>
    <pc:chgData name="Giordano Pescetelli" userId="S::g.pescetelli@teleconsys.it::41404619-fc44-47ca-b699-ae89218b07d2" providerId="AD" clId="Web-{404A055F-3397-4043-BE37-41203D2EF57C}"/>
    <pc:docChg chg="modSld">
      <pc:chgData name="Giordano Pescetelli" userId="S::g.pescetelli@teleconsys.it::41404619-fc44-47ca-b699-ae89218b07d2" providerId="AD" clId="Web-{404A055F-3397-4043-BE37-41203D2EF57C}" dt="2025-05-14T16:57:48.579" v="0" actId="20577"/>
      <pc:docMkLst>
        <pc:docMk/>
      </pc:docMkLst>
      <pc:sldChg chg="modSp">
        <pc:chgData name="Giordano Pescetelli" userId="S::g.pescetelli@teleconsys.it::41404619-fc44-47ca-b699-ae89218b07d2" providerId="AD" clId="Web-{404A055F-3397-4043-BE37-41203D2EF57C}" dt="2025-05-14T16:57:48.579" v="0" actId="20577"/>
        <pc:sldMkLst>
          <pc:docMk/>
          <pc:sldMk cId="2006691234" sldId="256"/>
        </pc:sldMkLst>
        <pc:spChg chg="mod">
          <ac:chgData name="Giordano Pescetelli" userId="S::g.pescetelli@teleconsys.it::41404619-fc44-47ca-b699-ae89218b07d2" providerId="AD" clId="Web-{404A055F-3397-4043-BE37-41203D2EF57C}" dt="2025-05-14T16:57:48.579" v="0" actId="20577"/>
          <ac:spMkLst>
            <pc:docMk/>
            <pc:sldMk cId="2006691234" sldId="256"/>
            <ac:spMk id="1047" creationId="{9DAE2B09-7E19-9BA6-E24F-5EBE2B65AD2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26A55A1-84DA-D430-E6C2-8C16F002AC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588CC25E-0259-F00E-19C5-3E3A2E8696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EF19A4E-D2AE-0AC1-3040-5DD9FDF32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832E9-7805-4B96-B214-2C3BA7E84BB9}" type="datetimeFigureOut">
              <a:rPr lang="it-IT" smtClean="0"/>
              <a:t>15/05/2025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755EA85-65E0-7C95-A08A-FCAA76E18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3E440AF-9FAC-92E8-80BE-0F76EE6A1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95AAF-8FB8-4D3F-93B7-5D39B634086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436198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4F50F3C-61FD-CD95-6770-F805D10B2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86D3968-37B2-42C3-867B-726B2EDC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E2E2859-585A-2826-2D79-B214B3AD6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832E9-7805-4B96-B214-2C3BA7E84BB9}" type="datetimeFigureOut">
              <a:rPr lang="it-IT" smtClean="0"/>
              <a:t>15/05/2025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0BA4E16-1B9D-53AE-8863-2ADFED9FA3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C376FE4-F120-EF91-E981-BF76F0CC6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95AAF-8FB8-4D3F-93B7-5D39B634086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301099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CA5A679-AF31-B27C-4139-5BE2A16EE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75D848B-64BB-6A70-9E0A-16EAC1F635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58FB415-1C48-4384-76DA-66FF10D8A2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832E9-7805-4B96-B214-2C3BA7E84BB9}" type="datetimeFigureOut">
              <a:rPr lang="it-IT" smtClean="0"/>
              <a:t>15/05/2025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7BA0FB3-3578-5385-04EF-544F2DADD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FC5764B-B517-DE62-5750-AE75A951F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95AAF-8FB8-4D3F-93B7-5D39B634086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769512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9A82ED5-88A9-8E93-FD2A-7ADCC37B2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D1B1A24-8443-6566-5525-A6E1057DDD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71AE30DF-0CA6-4D22-F822-10A579B844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01590CC2-7424-B5B9-D938-BAF4D79BD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832E9-7805-4B96-B214-2C3BA7E84BB9}" type="datetimeFigureOut">
              <a:rPr lang="it-IT" smtClean="0"/>
              <a:t>15/05/2025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1F3527B2-FF75-2DBC-C1F3-A8AFD2C87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1D6BDB41-05CB-106E-4692-67E06375B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95AAF-8FB8-4D3F-93B7-5D39B634086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503152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5920868-D238-8329-191C-8D5DE6147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C83D5E0-8043-F41E-8808-DBC6E0D55D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D672B490-666D-DEDF-C3AF-D0794D29F1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BAF7D986-C4B2-9077-DCC6-8C00A86210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21A423D4-B56F-E21E-B9E7-8BAC06C1A7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617FC2CE-96E0-F6BE-F89D-F37176166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832E9-7805-4B96-B214-2C3BA7E84BB9}" type="datetimeFigureOut">
              <a:rPr lang="it-IT" smtClean="0"/>
              <a:t>15/05/2025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1458A04C-06D8-C414-C104-7488D60B4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DE4845AB-C5BB-5CCF-4868-030F6FD12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95AAF-8FB8-4D3F-93B7-5D39B634086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643095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3C8AED6-8E72-E625-E071-7C31FC271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45CEFED8-4A07-E0FD-BF5A-98AFCEEC40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832E9-7805-4B96-B214-2C3BA7E84BB9}" type="datetimeFigureOut">
              <a:rPr lang="it-IT" smtClean="0"/>
              <a:t>15/05/2025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00742052-5857-5D9A-8EE5-938736F04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2B75809D-DD64-2C93-ABD6-1ED667A69C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95AAF-8FB8-4D3F-93B7-5D39B634086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876561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E4C441FE-DEAB-A300-582B-6B0D4CFF9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832E9-7805-4B96-B214-2C3BA7E84BB9}" type="datetimeFigureOut">
              <a:rPr lang="it-IT" smtClean="0"/>
              <a:t>15/05/2025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B3C7755A-CDB7-A039-77F3-1CD612E8A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B56C01D-6FE1-8EF9-DDB3-DB5A3AE41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95AAF-8FB8-4D3F-93B7-5D39B634086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971916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700BABB-FC30-EEC8-41F1-F46D9919F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5CED7BC-A28E-FFA5-4642-1D84A7908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3FC365F2-A7EA-ED70-4FCD-2B766F7A00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09E5C86A-9C94-56F9-9236-8006DC4DD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832E9-7805-4B96-B214-2C3BA7E84BB9}" type="datetimeFigureOut">
              <a:rPr lang="it-IT" smtClean="0"/>
              <a:t>15/05/2025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16B97DF-BACB-426D-FA63-86333C998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A64E9BB0-2227-B202-179B-82E1C5672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95AAF-8FB8-4D3F-93B7-5D39B634086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495598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499BBD0-02E0-58FF-0839-7BE7415258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F2D11C55-C85A-6688-CAEF-E2CF39F6B8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BCFFB479-FD5A-49B5-BAAA-6839C3670F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A2BBE47-6746-26EB-EC9D-1BD422D1E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832E9-7805-4B96-B214-2C3BA7E84BB9}" type="datetimeFigureOut">
              <a:rPr lang="it-IT" smtClean="0"/>
              <a:t>15/05/2025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9BC4C184-015D-DB23-CD9A-745AB1B99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3254079B-05E2-AD6C-63D8-2D61C023F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95AAF-8FB8-4D3F-93B7-5D39B634086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002474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C20DF0C-F3D9-082B-9358-B4BB473E7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05340B3A-8201-04CC-3844-9A367F483B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0845BC3-8382-FF56-5413-6774B8432B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832E9-7805-4B96-B214-2C3BA7E84BB9}" type="datetimeFigureOut">
              <a:rPr lang="it-IT" smtClean="0"/>
              <a:t>15/05/2025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4785FA1-2E7C-A23F-2114-37BDDE4DB4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55A9894-A030-7BDB-3DAC-E6069CB65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95AAF-8FB8-4D3F-93B7-5D39B634086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128522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0CA56934-7E02-9F75-EA52-3ECDB499B5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3401F7BA-0B13-3AA9-8A44-C7C12D3FDF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3A7D05D-3A54-5D47-278F-D6AA0CD96E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832E9-7805-4B96-B214-2C3BA7E84BB9}" type="datetimeFigureOut">
              <a:rPr lang="it-IT" smtClean="0"/>
              <a:t>15/05/2025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111D487-82F7-0A33-CB41-6D3032369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D1DC637-0504-6C04-AAB7-7D41F85FE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95AAF-8FB8-4D3F-93B7-5D39B634086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128506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E1361121-A6D3-F2CD-6AC7-30CE4EA0C2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F6699D14-03C6-F20A-59F7-19F7FEF11B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92548BC-D714-4171-1897-E787D1F4DD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9832E9-7805-4B96-B214-2C3BA7E84BB9}" type="datetimeFigureOut">
              <a:rPr lang="it-IT" smtClean="0"/>
              <a:t>15/05/2025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502D11D-F2CA-DED9-87D1-F6D6A37A05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F9D207C-738B-5E4D-43F9-4DA11C2D15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695AAF-8FB8-4D3F-93B7-5D39B634086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49028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microsoft.com/office/2007/relationships/hdphoto" Target="../media/hdphoto1.wdp"/><Relationship Id="rId7" Type="http://schemas.openxmlformats.org/officeDocument/2006/relationships/image" Target="../media/image5.jpeg"/><Relationship Id="rId12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jpeg"/><Relationship Id="rId14" Type="http://schemas.openxmlformats.org/officeDocument/2006/relationships/image" Target="../media/image12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microsoft.com/office/2007/relationships/hdphoto" Target="../media/hdphoto1.wdp"/><Relationship Id="rId7" Type="http://schemas.openxmlformats.org/officeDocument/2006/relationships/image" Target="../media/image5.jpeg"/><Relationship Id="rId12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jpeg"/><Relationship Id="rId14" Type="http://schemas.openxmlformats.org/officeDocument/2006/relationships/image" Target="../media/image1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7">
            <a:extLst>
              <a:ext uri="{FF2B5EF4-FFF2-40B4-BE49-F238E27FC236}">
                <a16:creationId xmlns:a16="http://schemas.microsoft.com/office/drawing/2014/main" id="{6DE098D8-418D-235B-CE3E-1D78B897B0D6}"/>
              </a:ext>
            </a:extLst>
          </p:cNvPr>
          <p:cNvSpPr/>
          <p:nvPr/>
        </p:nvSpPr>
        <p:spPr>
          <a:xfrm>
            <a:off x="3531793" y="3355357"/>
            <a:ext cx="4329592" cy="135012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pic>
        <p:nvPicPr>
          <p:cNvPr id="1034" name="Picture 10" descr="Hailo-8™ M.2 2280 B+M key">
            <a:extLst>
              <a:ext uri="{FF2B5EF4-FFF2-40B4-BE49-F238E27FC236}">
                <a16:creationId xmlns:a16="http://schemas.microsoft.com/office/drawing/2014/main" id="{804EE90A-1DD6-B623-CB15-BA98DD291D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4513" y="3990235"/>
            <a:ext cx="640759" cy="6407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ttangolo 5">
            <a:extLst>
              <a:ext uri="{FF2B5EF4-FFF2-40B4-BE49-F238E27FC236}">
                <a16:creationId xmlns:a16="http://schemas.microsoft.com/office/drawing/2014/main" id="{A8084613-9C85-CFF9-1003-18F3A4154F70}"/>
              </a:ext>
            </a:extLst>
          </p:cNvPr>
          <p:cNvSpPr/>
          <p:nvPr/>
        </p:nvSpPr>
        <p:spPr>
          <a:xfrm>
            <a:off x="3531793" y="1245793"/>
            <a:ext cx="4329592" cy="75944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1BCC0632-AF41-5953-772A-E997DAB814B3}"/>
              </a:ext>
            </a:extLst>
          </p:cNvPr>
          <p:cNvSpPr/>
          <p:nvPr/>
        </p:nvSpPr>
        <p:spPr>
          <a:xfrm>
            <a:off x="3534783" y="2003693"/>
            <a:ext cx="4329592" cy="1350121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88C48C15-72EE-B79A-018D-A3B3FBBDB55E}"/>
              </a:ext>
            </a:extLst>
          </p:cNvPr>
          <p:cNvSpPr/>
          <p:nvPr/>
        </p:nvSpPr>
        <p:spPr>
          <a:xfrm>
            <a:off x="3531793" y="4705479"/>
            <a:ext cx="4329592" cy="7016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E138B5B3-4EE3-FB54-FA14-A2FD73C7F425}"/>
              </a:ext>
            </a:extLst>
          </p:cNvPr>
          <p:cNvSpPr txBox="1"/>
          <p:nvPr/>
        </p:nvSpPr>
        <p:spPr>
          <a:xfrm>
            <a:off x="2197462" y="1317146"/>
            <a:ext cx="7825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Client</a:t>
            </a:r>
          </a:p>
          <a:p>
            <a:r>
              <a:rPr lang="it-IT" dirty="0"/>
              <a:t>Layer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31CE2074-B465-A8DA-7E83-A714958880F6}"/>
              </a:ext>
            </a:extLst>
          </p:cNvPr>
          <p:cNvSpPr txBox="1"/>
          <p:nvPr/>
        </p:nvSpPr>
        <p:spPr>
          <a:xfrm>
            <a:off x="2197462" y="2344838"/>
            <a:ext cx="10919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Business</a:t>
            </a:r>
          </a:p>
          <a:p>
            <a:r>
              <a:rPr lang="it-IT" dirty="0"/>
              <a:t>Layer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4601F0E2-B6F6-34E1-0FEE-91758B38F73F}"/>
              </a:ext>
            </a:extLst>
          </p:cNvPr>
          <p:cNvSpPr txBox="1"/>
          <p:nvPr/>
        </p:nvSpPr>
        <p:spPr>
          <a:xfrm>
            <a:off x="2149012" y="3679432"/>
            <a:ext cx="12509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Support &amp; </a:t>
            </a:r>
          </a:p>
          <a:p>
            <a:r>
              <a:rPr lang="it-IT" dirty="0"/>
              <a:t>Data Layer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2FD3638E-D072-B5A0-C0CB-1284DE051BEA}"/>
              </a:ext>
            </a:extLst>
          </p:cNvPr>
          <p:cNvSpPr txBox="1"/>
          <p:nvPr/>
        </p:nvSpPr>
        <p:spPr>
          <a:xfrm>
            <a:off x="2191570" y="4751365"/>
            <a:ext cx="8274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/>
              <a:t>Things</a:t>
            </a:r>
            <a:endParaRPr lang="it-IT" dirty="0"/>
          </a:p>
          <a:p>
            <a:r>
              <a:rPr lang="it-IT" dirty="0"/>
              <a:t>Layer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9C604E4-8C94-F925-FC9D-4F304D8649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8605" y="4780933"/>
            <a:ext cx="524148" cy="524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5" name="Connettore diritto 14">
            <a:extLst>
              <a:ext uri="{FF2B5EF4-FFF2-40B4-BE49-F238E27FC236}">
                <a16:creationId xmlns:a16="http://schemas.microsoft.com/office/drawing/2014/main" id="{44A915AE-2CF8-18D1-8A47-91732B650824}"/>
              </a:ext>
            </a:extLst>
          </p:cNvPr>
          <p:cNvCxnSpPr>
            <a:stCxn id="8" idx="1"/>
            <a:endCxn id="8" idx="3"/>
          </p:cNvCxnSpPr>
          <p:nvPr/>
        </p:nvCxnSpPr>
        <p:spPr>
          <a:xfrm>
            <a:off x="3531793" y="4030418"/>
            <a:ext cx="4329592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28" name="Gruppo 27">
            <a:extLst>
              <a:ext uri="{FF2B5EF4-FFF2-40B4-BE49-F238E27FC236}">
                <a16:creationId xmlns:a16="http://schemas.microsoft.com/office/drawing/2014/main" id="{1016781E-E72D-2190-9E85-380CFA64F1FE}"/>
              </a:ext>
            </a:extLst>
          </p:cNvPr>
          <p:cNvGrpSpPr/>
          <p:nvPr/>
        </p:nvGrpSpPr>
        <p:grpSpPr>
          <a:xfrm>
            <a:off x="6280279" y="3166433"/>
            <a:ext cx="204056" cy="215677"/>
            <a:chOff x="5598398" y="3852935"/>
            <a:chExt cx="196386" cy="215677"/>
          </a:xfrm>
        </p:grpSpPr>
        <p:sp>
          <p:nvSpPr>
            <p:cNvPr id="29" name="Triangolo isoscele 28">
              <a:extLst>
                <a:ext uri="{FF2B5EF4-FFF2-40B4-BE49-F238E27FC236}">
                  <a16:creationId xmlns:a16="http://schemas.microsoft.com/office/drawing/2014/main" id="{5F0BA81E-06C3-6899-BFC8-64B3F162BB9E}"/>
                </a:ext>
              </a:extLst>
            </p:cNvPr>
            <p:cNvSpPr/>
            <p:nvPr/>
          </p:nvSpPr>
          <p:spPr>
            <a:xfrm>
              <a:off x="5598398" y="3852935"/>
              <a:ext cx="196381" cy="177481"/>
            </a:xfrm>
            <a:prstGeom prst="triangl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30" name="Triangolo isoscele 29">
              <a:extLst>
                <a:ext uri="{FF2B5EF4-FFF2-40B4-BE49-F238E27FC236}">
                  <a16:creationId xmlns:a16="http://schemas.microsoft.com/office/drawing/2014/main" id="{4D7BC285-0B57-4CFB-925E-8E3E20ADC0BE}"/>
                </a:ext>
              </a:extLst>
            </p:cNvPr>
            <p:cNvSpPr/>
            <p:nvPr/>
          </p:nvSpPr>
          <p:spPr>
            <a:xfrm>
              <a:off x="5598403" y="3891131"/>
              <a:ext cx="196381" cy="177481"/>
            </a:xfrm>
            <a:prstGeom prst="triangle">
              <a:avLst/>
            </a:prstGeom>
            <a:solidFill>
              <a:schemeClr val="bg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  <p:grpSp>
        <p:nvGrpSpPr>
          <p:cNvPr id="31" name="Gruppo 30">
            <a:extLst>
              <a:ext uri="{FF2B5EF4-FFF2-40B4-BE49-F238E27FC236}">
                <a16:creationId xmlns:a16="http://schemas.microsoft.com/office/drawing/2014/main" id="{F1227CF4-7A32-AD7C-EC1E-F35518D0DB46}"/>
              </a:ext>
            </a:extLst>
          </p:cNvPr>
          <p:cNvGrpSpPr/>
          <p:nvPr/>
        </p:nvGrpSpPr>
        <p:grpSpPr>
          <a:xfrm rot="10800000">
            <a:off x="5084172" y="3331057"/>
            <a:ext cx="204051" cy="215677"/>
            <a:chOff x="5598398" y="3852935"/>
            <a:chExt cx="196381" cy="215677"/>
          </a:xfrm>
        </p:grpSpPr>
        <p:sp>
          <p:nvSpPr>
            <p:cNvPr id="32" name="Triangolo isoscele 31">
              <a:extLst>
                <a:ext uri="{FF2B5EF4-FFF2-40B4-BE49-F238E27FC236}">
                  <a16:creationId xmlns:a16="http://schemas.microsoft.com/office/drawing/2014/main" id="{274A1620-292D-4644-35D5-E9552960BF3A}"/>
                </a:ext>
              </a:extLst>
            </p:cNvPr>
            <p:cNvSpPr/>
            <p:nvPr/>
          </p:nvSpPr>
          <p:spPr>
            <a:xfrm>
              <a:off x="5598398" y="3852935"/>
              <a:ext cx="196381" cy="177481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33" name="Triangolo isoscele 32">
              <a:extLst>
                <a:ext uri="{FF2B5EF4-FFF2-40B4-BE49-F238E27FC236}">
                  <a16:creationId xmlns:a16="http://schemas.microsoft.com/office/drawing/2014/main" id="{0DF3D34F-DB5F-42C3-29C3-6CDC91A2A244}"/>
                </a:ext>
              </a:extLst>
            </p:cNvPr>
            <p:cNvSpPr/>
            <p:nvPr/>
          </p:nvSpPr>
          <p:spPr>
            <a:xfrm>
              <a:off x="5598398" y="3891131"/>
              <a:ext cx="196381" cy="177481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  <p:sp>
        <p:nvSpPr>
          <p:cNvPr id="34" name="CasellaDiTesto 33">
            <a:extLst>
              <a:ext uri="{FF2B5EF4-FFF2-40B4-BE49-F238E27FC236}">
                <a16:creationId xmlns:a16="http://schemas.microsoft.com/office/drawing/2014/main" id="{B38C20A7-65B2-C2DE-1DEA-A3BABD558FE6}"/>
              </a:ext>
            </a:extLst>
          </p:cNvPr>
          <p:cNvSpPr txBox="1"/>
          <p:nvPr/>
        </p:nvSpPr>
        <p:spPr>
          <a:xfrm>
            <a:off x="6692475" y="4424769"/>
            <a:ext cx="121700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100" b="1" dirty="0"/>
              <a:t>Edge computing</a:t>
            </a:r>
          </a:p>
        </p:txBody>
      </p:sp>
      <p:grpSp>
        <p:nvGrpSpPr>
          <p:cNvPr id="35" name="Gruppo 34">
            <a:extLst>
              <a:ext uri="{FF2B5EF4-FFF2-40B4-BE49-F238E27FC236}">
                <a16:creationId xmlns:a16="http://schemas.microsoft.com/office/drawing/2014/main" id="{81404237-CD29-D545-CB66-76138F16D18D}"/>
              </a:ext>
            </a:extLst>
          </p:cNvPr>
          <p:cNvGrpSpPr/>
          <p:nvPr/>
        </p:nvGrpSpPr>
        <p:grpSpPr>
          <a:xfrm>
            <a:off x="5590727" y="4508898"/>
            <a:ext cx="204051" cy="215677"/>
            <a:chOff x="5598398" y="3852935"/>
            <a:chExt cx="196381" cy="215677"/>
          </a:xfrm>
        </p:grpSpPr>
        <p:sp>
          <p:nvSpPr>
            <p:cNvPr id="36" name="Triangolo isoscele 35">
              <a:extLst>
                <a:ext uri="{FF2B5EF4-FFF2-40B4-BE49-F238E27FC236}">
                  <a16:creationId xmlns:a16="http://schemas.microsoft.com/office/drawing/2014/main" id="{A0E380D9-3C1D-5F9E-A2B3-3818A6857380}"/>
                </a:ext>
              </a:extLst>
            </p:cNvPr>
            <p:cNvSpPr/>
            <p:nvPr/>
          </p:nvSpPr>
          <p:spPr>
            <a:xfrm>
              <a:off x="5598398" y="3852935"/>
              <a:ext cx="196381" cy="177481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37" name="Triangolo isoscele 36">
              <a:extLst>
                <a:ext uri="{FF2B5EF4-FFF2-40B4-BE49-F238E27FC236}">
                  <a16:creationId xmlns:a16="http://schemas.microsoft.com/office/drawing/2014/main" id="{96A38ADB-AD3D-0B28-8302-51A6CCF57678}"/>
                </a:ext>
              </a:extLst>
            </p:cNvPr>
            <p:cNvSpPr/>
            <p:nvPr/>
          </p:nvSpPr>
          <p:spPr>
            <a:xfrm>
              <a:off x="5598398" y="3891131"/>
              <a:ext cx="196381" cy="177481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  <p:pic>
        <p:nvPicPr>
          <p:cNvPr id="1036" name="Picture 12" descr="Storage device - Free technology icons">
            <a:extLst>
              <a:ext uri="{FF2B5EF4-FFF2-40B4-BE49-F238E27FC236}">
                <a16:creationId xmlns:a16="http://schemas.microsoft.com/office/drawing/2014/main" id="{319B6E39-1E19-BDCA-8520-8FFDFC9D99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0777" y="3525362"/>
            <a:ext cx="406433" cy="4064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Storage security - Free interface icons">
            <a:extLst>
              <a:ext uri="{FF2B5EF4-FFF2-40B4-BE49-F238E27FC236}">
                <a16:creationId xmlns:a16="http://schemas.microsoft.com/office/drawing/2014/main" id="{12CA4A91-0C17-9AB5-2CED-BAF05BF5F7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6727" y="3474929"/>
            <a:ext cx="466746" cy="4667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" name="CasellaDiTesto 39">
            <a:extLst>
              <a:ext uri="{FF2B5EF4-FFF2-40B4-BE49-F238E27FC236}">
                <a16:creationId xmlns:a16="http://schemas.microsoft.com/office/drawing/2014/main" id="{7B62E973-7100-1BDD-F82D-A7CE6E992808}"/>
              </a:ext>
            </a:extLst>
          </p:cNvPr>
          <p:cNvSpPr txBox="1"/>
          <p:nvPr/>
        </p:nvSpPr>
        <p:spPr>
          <a:xfrm>
            <a:off x="6488198" y="3559810"/>
            <a:ext cx="10615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100" dirty="0" err="1"/>
              <a:t>Oper</a:t>
            </a:r>
            <a:r>
              <a:rPr lang="it-IT" sz="1100" dirty="0"/>
              <a:t>. DB</a:t>
            </a:r>
          </a:p>
          <a:p>
            <a:r>
              <a:rPr lang="it-IT" sz="700" dirty="0"/>
              <a:t>(user, workers, events)</a:t>
            </a:r>
          </a:p>
        </p:txBody>
      </p:sp>
      <p:sp>
        <p:nvSpPr>
          <p:cNvPr id="41" name="CasellaDiTesto 40">
            <a:extLst>
              <a:ext uri="{FF2B5EF4-FFF2-40B4-BE49-F238E27FC236}">
                <a16:creationId xmlns:a16="http://schemas.microsoft.com/office/drawing/2014/main" id="{EBDE5885-6198-465F-2A01-8938D2FDA7EA}"/>
              </a:ext>
            </a:extLst>
          </p:cNvPr>
          <p:cNvSpPr txBox="1"/>
          <p:nvPr/>
        </p:nvSpPr>
        <p:spPr>
          <a:xfrm>
            <a:off x="4247364" y="3559810"/>
            <a:ext cx="10647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100" dirty="0" err="1"/>
              <a:t>Enrypted</a:t>
            </a:r>
            <a:r>
              <a:rPr lang="it-IT" sz="1100" dirty="0"/>
              <a:t> FS</a:t>
            </a:r>
          </a:p>
          <a:p>
            <a:r>
              <a:rPr lang="it-IT" sz="700" dirty="0"/>
              <a:t>(frames, </a:t>
            </a:r>
            <a:r>
              <a:rPr lang="it-IT" sz="700" dirty="0" err="1"/>
              <a:t>archived</a:t>
            </a:r>
            <a:r>
              <a:rPr lang="it-IT" sz="700" dirty="0"/>
              <a:t> logs)</a:t>
            </a:r>
          </a:p>
        </p:txBody>
      </p:sp>
      <p:sp>
        <p:nvSpPr>
          <p:cNvPr id="42" name="CasellaDiTesto 41">
            <a:extLst>
              <a:ext uri="{FF2B5EF4-FFF2-40B4-BE49-F238E27FC236}">
                <a16:creationId xmlns:a16="http://schemas.microsoft.com/office/drawing/2014/main" id="{35FEA686-C6A1-BFB4-6CFA-BB8F277F82AD}"/>
              </a:ext>
            </a:extLst>
          </p:cNvPr>
          <p:cNvSpPr txBox="1"/>
          <p:nvPr/>
        </p:nvSpPr>
        <p:spPr>
          <a:xfrm>
            <a:off x="4746888" y="4164686"/>
            <a:ext cx="1194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100" b="1" dirty="0"/>
              <a:t>CV </a:t>
            </a:r>
            <a:r>
              <a:rPr lang="it-IT" sz="1100" b="1" dirty="0" err="1"/>
              <a:t>module</a:t>
            </a:r>
            <a:endParaRPr lang="it-IT" sz="1100" b="1" dirty="0"/>
          </a:p>
          <a:p>
            <a:r>
              <a:rPr lang="it-IT" sz="700" dirty="0"/>
              <a:t>(SBC, </a:t>
            </a:r>
            <a:r>
              <a:rPr lang="it-IT" sz="700" dirty="0" err="1"/>
              <a:t>Obj</a:t>
            </a:r>
            <a:r>
              <a:rPr lang="it-IT" sz="700" dirty="0"/>
              <a:t>. Det. AI models)</a:t>
            </a:r>
          </a:p>
        </p:txBody>
      </p:sp>
      <p:pic>
        <p:nvPicPr>
          <p:cNvPr id="1032" name="Picture 8" descr="Raspberry Pi Icon Logo Illustration Sign Stock Illustration 2028366701 |  Shutterstock">
            <a:extLst>
              <a:ext uri="{FF2B5EF4-FFF2-40B4-BE49-F238E27FC236}">
                <a16:creationId xmlns:a16="http://schemas.microsoft.com/office/drawing/2014/main" id="{BD3D8A97-34CE-C47B-1198-DFE25E0C738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762" t="27450" r="21832" b="34105"/>
          <a:stretch/>
        </p:blipFill>
        <p:spPr bwMode="auto">
          <a:xfrm>
            <a:off x="3711673" y="4146128"/>
            <a:ext cx="551161" cy="411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3" name="Gruppo 42">
            <a:extLst>
              <a:ext uri="{FF2B5EF4-FFF2-40B4-BE49-F238E27FC236}">
                <a16:creationId xmlns:a16="http://schemas.microsoft.com/office/drawing/2014/main" id="{ADDDF61E-203B-ABF0-9DEA-3A560A4987CC}"/>
              </a:ext>
            </a:extLst>
          </p:cNvPr>
          <p:cNvGrpSpPr/>
          <p:nvPr/>
        </p:nvGrpSpPr>
        <p:grpSpPr>
          <a:xfrm>
            <a:off x="5585136" y="3183022"/>
            <a:ext cx="205073" cy="199088"/>
            <a:chOff x="5598398" y="3852935"/>
            <a:chExt cx="197365" cy="199088"/>
          </a:xfrm>
        </p:grpSpPr>
        <p:sp>
          <p:nvSpPr>
            <p:cNvPr id="44" name="Triangolo isoscele 43">
              <a:extLst>
                <a:ext uri="{FF2B5EF4-FFF2-40B4-BE49-F238E27FC236}">
                  <a16:creationId xmlns:a16="http://schemas.microsoft.com/office/drawing/2014/main" id="{426C877A-5792-4E31-3AA0-46DFC4C855FA}"/>
                </a:ext>
              </a:extLst>
            </p:cNvPr>
            <p:cNvSpPr/>
            <p:nvPr/>
          </p:nvSpPr>
          <p:spPr>
            <a:xfrm>
              <a:off x="5598398" y="3852935"/>
              <a:ext cx="196381" cy="177481"/>
            </a:xfrm>
            <a:prstGeom prst="triangl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45" name="Triangolo isoscele 44">
              <a:extLst>
                <a:ext uri="{FF2B5EF4-FFF2-40B4-BE49-F238E27FC236}">
                  <a16:creationId xmlns:a16="http://schemas.microsoft.com/office/drawing/2014/main" id="{FE6791CD-3EF8-948F-F5AD-148EA62DB90C}"/>
                </a:ext>
              </a:extLst>
            </p:cNvPr>
            <p:cNvSpPr/>
            <p:nvPr/>
          </p:nvSpPr>
          <p:spPr>
            <a:xfrm>
              <a:off x="5599382" y="3874542"/>
              <a:ext cx="196381" cy="177481"/>
            </a:xfrm>
            <a:prstGeom prst="triangle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</p:grpSp>
      <p:cxnSp>
        <p:nvCxnSpPr>
          <p:cNvPr id="47" name="Connettore diritto 46">
            <a:extLst>
              <a:ext uri="{FF2B5EF4-FFF2-40B4-BE49-F238E27FC236}">
                <a16:creationId xmlns:a16="http://schemas.microsoft.com/office/drawing/2014/main" id="{B1D45E15-1B33-5C5A-A090-4668D9E68FF3}"/>
              </a:ext>
            </a:extLst>
          </p:cNvPr>
          <p:cNvCxnSpPr>
            <a:stCxn id="44" idx="2"/>
          </p:cNvCxnSpPr>
          <p:nvPr/>
        </p:nvCxnSpPr>
        <p:spPr>
          <a:xfrm>
            <a:off x="5585148" y="3360503"/>
            <a:ext cx="0" cy="668886"/>
          </a:xfrm>
          <a:prstGeom prst="line">
            <a:avLst/>
          </a:prstGeom>
          <a:ln w="9525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ttore diritto 47">
            <a:extLst>
              <a:ext uri="{FF2B5EF4-FFF2-40B4-BE49-F238E27FC236}">
                <a16:creationId xmlns:a16="http://schemas.microsoft.com/office/drawing/2014/main" id="{016472F6-3E16-4DC6-8AA8-11526CA96A16}"/>
              </a:ext>
            </a:extLst>
          </p:cNvPr>
          <p:cNvCxnSpPr/>
          <p:nvPr/>
        </p:nvCxnSpPr>
        <p:spPr>
          <a:xfrm>
            <a:off x="5779948" y="3360506"/>
            <a:ext cx="0" cy="668886"/>
          </a:xfrm>
          <a:prstGeom prst="line">
            <a:avLst/>
          </a:prstGeom>
          <a:ln w="9525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ttore diritto 49">
            <a:extLst>
              <a:ext uri="{FF2B5EF4-FFF2-40B4-BE49-F238E27FC236}">
                <a16:creationId xmlns:a16="http://schemas.microsoft.com/office/drawing/2014/main" id="{F715B204-A784-E971-D1D2-0D301B0E7429}"/>
              </a:ext>
            </a:extLst>
          </p:cNvPr>
          <p:cNvCxnSpPr/>
          <p:nvPr/>
        </p:nvCxnSpPr>
        <p:spPr>
          <a:xfrm>
            <a:off x="5585136" y="4029389"/>
            <a:ext cx="19481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1" name="Gruppo 50">
            <a:extLst>
              <a:ext uri="{FF2B5EF4-FFF2-40B4-BE49-F238E27FC236}">
                <a16:creationId xmlns:a16="http://schemas.microsoft.com/office/drawing/2014/main" id="{841175E2-2426-EC9E-0ACE-A4BAE1F065A4}"/>
              </a:ext>
            </a:extLst>
          </p:cNvPr>
          <p:cNvGrpSpPr/>
          <p:nvPr/>
        </p:nvGrpSpPr>
        <p:grpSpPr>
          <a:xfrm rot="10800000">
            <a:off x="7188725" y="3332129"/>
            <a:ext cx="204056" cy="215677"/>
            <a:chOff x="5598398" y="3852935"/>
            <a:chExt cx="196386" cy="215677"/>
          </a:xfrm>
        </p:grpSpPr>
        <p:sp>
          <p:nvSpPr>
            <p:cNvPr id="52" name="Triangolo isoscele 51">
              <a:extLst>
                <a:ext uri="{FF2B5EF4-FFF2-40B4-BE49-F238E27FC236}">
                  <a16:creationId xmlns:a16="http://schemas.microsoft.com/office/drawing/2014/main" id="{E79E3C06-4BFD-F5F5-9E4B-1949D03788EB}"/>
                </a:ext>
              </a:extLst>
            </p:cNvPr>
            <p:cNvSpPr/>
            <p:nvPr/>
          </p:nvSpPr>
          <p:spPr>
            <a:xfrm>
              <a:off x="5598398" y="3852935"/>
              <a:ext cx="196381" cy="177481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53" name="Triangolo isoscele 52">
              <a:extLst>
                <a:ext uri="{FF2B5EF4-FFF2-40B4-BE49-F238E27FC236}">
                  <a16:creationId xmlns:a16="http://schemas.microsoft.com/office/drawing/2014/main" id="{1CEBB8F3-8A2B-2782-72A5-0C5F0B6B5349}"/>
                </a:ext>
              </a:extLst>
            </p:cNvPr>
            <p:cNvSpPr/>
            <p:nvPr/>
          </p:nvSpPr>
          <p:spPr>
            <a:xfrm>
              <a:off x="5598403" y="3891131"/>
              <a:ext cx="196381" cy="177481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  <p:grpSp>
        <p:nvGrpSpPr>
          <p:cNvPr id="54" name="Gruppo 53">
            <a:extLst>
              <a:ext uri="{FF2B5EF4-FFF2-40B4-BE49-F238E27FC236}">
                <a16:creationId xmlns:a16="http://schemas.microsoft.com/office/drawing/2014/main" id="{8851937C-B219-B21E-854E-F58B8C950F35}"/>
              </a:ext>
            </a:extLst>
          </p:cNvPr>
          <p:cNvGrpSpPr/>
          <p:nvPr/>
        </p:nvGrpSpPr>
        <p:grpSpPr>
          <a:xfrm rot="10800000">
            <a:off x="5059902" y="1978490"/>
            <a:ext cx="204051" cy="215677"/>
            <a:chOff x="5598398" y="3852935"/>
            <a:chExt cx="196381" cy="215677"/>
          </a:xfrm>
        </p:grpSpPr>
        <p:sp>
          <p:nvSpPr>
            <p:cNvPr id="55" name="Triangolo isoscele 54">
              <a:extLst>
                <a:ext uri="{FF2B5EF4-FFF2-40B4-BE49-F238E27FC236}">
                  <a16:creationId xmlns:a16="http://schemas.microsoft.com/office/drawing/2014/main" id="{DE2EE458-158A-3BE1-464D-DE2B87883088}"/>
                </a:ext>
              </a:extLst>
            </p:cNvPr>
            <p:cNvSpPr/>
            <p:nvPr/>
          </p:nvSpPr>
          <p:spPr>
            <a:xfrm>
              <a:off x="5598398" y="3852935"/>
              <a:ext cx="196381" cy="177481"/>
            </a:xfrm>
            <a:prstGeom prst="triangl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56" name="Triangolo isoscele 55">
              <a:extLst>
                <a:ext uri="{FF2B5EF4-FFF2-40B4-BE49-F238E27FC236}">
                  <a16:creationId xmlns:a16="http://schemas.microsoft.com/office/drawing/2014/main" id="{7435684C-BAF4-D8C9-608D-D988222899AC}"/>
                </a:ext>
              </a:extLst>
            </p:cNvPr>
            <p:cNvSpPr/>
            <p:nvPr/>
          </p:nvSpPr>
          <p:spPr>
            <a:xfrm>
              <a:off x="5598398" y="3891131"/>
              <a:ext cx="196381" cy="177481"/>
            </a:xfrm>
            <a:prstGeom prst="triangle">
              <a:avLst/>
            </a:prstGeom>
            <a:solidFill>
              <a:schemeClr val="bg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  <p:cxnSp>
        <p:nvCxnSpPr>
          <p:cNvPr id="58" name="Connettore diritto 57">
            <a:extLst>
              <a:ext uri="{FF2B5EF4-FFF2-40B4-BE49-F238E27FC236}">
                <a16:creationId xmlns:a16="http://schemas.microsoft.com/office/drawing/2014/main" id="{2287EAF5-2BE3-FF88-5DA4-D225EA42ABE1}"/>
              </a:ext>
            </a:extLst>
          </p:cNvPr>
          <p:cNvCxnSpPr>
            <a:stCxn id="7" idx="0"/>
            <a:endCxn id="6" idx="0"/>
          </p:cNvCxnSpPr>
          <p:nvPr/>
        </p:nvCxnSpPr>
        <p:spPr>
          <a:xfrm flipH="1" flipV="1">
            <a:off x="5696589" y="1245793"/>
            <a:ext cx="2990" cy="7579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042" name="Picture 18" descr="Free Rest Api Black Outline Logo SVG, PNG Icon, Symbol. Download Image.">
            <a:extLst>
              <a:ext uri="{FF2B5EF4-FFF2-40B4-BE49-F238E27FC236}">
                <a16:creationId xmlns:a16="http://schemas.microsoft.com/office/drawing/2014/main" id="{BC8C12CF-474E-2E12-D232-C9F67741490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398"/>
          <a:stretch/>
        </p:blipFill>
        <p:spPr bwMode="auto">
          <a:xfrm>
            <a:off x="3707743" y="1350083"/>
            <a:ext cx="536912" cy="475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9" name="CasellaDiTesto 58">
            <a:extLst>
              <a:ext uri="{FF2B5EF4-FFF2-40B4-BE49-F238E27FC236}">
                <a16:creationId xmlns:a16="http://schemas.microsoft.com/office/drawing/2014/main" id="{78E42030-75E6-B5E4-D482-CA1514B2EB16}"/>
              </a:ext>
            </a:extLst>
          </p:cNvPr>
          <p:cNvSpPr txBox="1"/>
          <p:nvPr/>
        </p:nvSpPr>
        <p:spPr>
          <a:xfrm>
            <a:off x="4273473" y="1429673"/>
            <a:ext cx="13322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 dirty="0"/>
              <a:t>Local network </a:t>
            </a:r>
            <a:r>
              <a:rPr lang="it-IT" sz="1100" dirty="0" err="1"/>
              <a:t>APIs</a:t>
            </a:r>
            <a:endParaRPr lang="it-IT" sz="1100" dirty="0"/>
          </a:p>
          <a:p>
            <a:r>
              <a:rPr lang="it-IT" sz="700" dirty="0"/>
              <a:t>(tech user)</a:t>
            </a:r>
          </a:p>
        </p:txBody>
      </p:sp>
      <p:pic>
        <p:nvPicPr>
          <p:cNvPr id="1044" name="Picture 20" descr="Email Icon Images – Browse 1,019,535 Stock Photos, Vectors, and Video |  Adobe Stock">
            <a:extLst>
              <a:ext uri="{FF2B5EF4-FFF2-40B4-BE49-F238E27FC236}">
                <a16:creationId xmlns:a16="http://schemas.microsoft.com/office/drawing/2014/main" id="{3A7A65B8-2665-A1EB-9EA7-D47811F494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3524" y="1292037"/>
            <a:ext cx="578932" cy="5789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0" name="CasellaDiTesto 59">
            <a:extLst>
              <a:ext uri="{FF2B5EF4-FFF2-40B4-BE49-F238E27FC236}">
                <a16:creationId xmlns:a16="http://schemas.microsoft.com/office/drawing/2014/main" id="{9F05FABA-3B2C-3FD1-129E-778B531A5B35}"/>
              </a:ext>
            </a:extLst>
          </p:cNvPr>
          <p:cNvSpPr txBox="1"/>
          <p:nvPr/>
        </p:nvSpPr>
        <p:spPr>
          <a:xfrm>
            <a:off x="6537210" y="1420899"/>
            <a:ext cx="9476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100" dirty="0"/>
              <a:t>E-mail client</a:t>
            </a:r>
          </a:p>
          <a:p>
            <a:r>
              <a:rPr lang="it-IT" sz="700" dirty="0"/>
              <a:t>(Security user)</a:t>
            </a:r>
          </a:p>
        </p:txBody>
      </p:sp>
      <p:grpSp>
        <p:nvGrpSpPr>
          <p:cNvPr id="61" name="Gruppo 60">
            <a:extLst>
              <a:ext uri="{FF2B5EF4-FFF2-40B4-BE49-F238E27FC236}">
                <a16:creationId xmlns:a16="http://schemas.microsoft.com/office/drawing/2014/main" id="{3CA5F086-D800-A40D-47CC-A8CE22464FC6}"/>
              </a:ext>
            </a:extLst>
          </p:cNvPr>
          <p:cNvGrpSpPr/>
          <p:nvPr/>
        </p:nvGrpSpPr>
        <p:grpSpPr>
          <a:xfrm>
            <a:off x="6676959" y="1814332"/>
            <a:ext cx="204056" cy="215677"/>
            <a:chOff x="5598398" y="3852935"/>
            <a:chExt cx="196386" cy="215677"/>
          </a:xfrm>
        </p:grpSpPr>
        <p:sp>
          <p:nvSpPr>
            <p:cNvPr id="62" name="Triangolo isoscele 61">
              <a:extLst>
                <a:ext uri="{FF2B5EF4-FFF2-40B4-BE49-F238E27FC236}">
                  <a16:creationId xmlns:a16="http://schemas.microsoft.com/office/drawing/2014/main" id="{C25DFA3F-CD13-080C-8195-266BC3DD91F1}"/>
                </a:ext>
              </a:extLst>
            </p:cNvPr>
            <p:cNvSpPr/>
            <p:nvPr/>
          </p:nvSpPr>
          <p:spPr>
            <a:xfrm>
              <a:off x="5598398" y="3852935"/>
              <a:ext cx="196381" cy="177481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63" name="Triangolo isoscele 62">
              <a:extLst>
                <a:ext uri="{FF2B5EF4-FFF2-40B4-BE49-F238E27FC236}">
                  <a16:creationId xmlns:a16="http://schemas.microsoft.com/office/drawing/2014/main" id="{9ADFD11A-BEDF-4D92-3779-8CE8DD1A5D85}"/>
                </a:ext>
              </a:extLst>
            </p:cNvPr>
            <p:cNvSpPr/>
            <p:nvPr/>
          </p:nvSpPr>
          <p:spPr>
            <a:xfrm>
              <a:off x="5598403" y="3891131"/>
              <a:ext cx="196381" cy="177481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  <p:sp>
        <p:nvSpPr>
          <p:cNvPr id="1024" name="CasellaDiTesto 1023">
            <a:extLst>
              <a:ext uri="{FF2B5EF4-FFF2-40B4-BE49-F238E27FC236}">
                <a16:creationId xmlns:a16="http://schemas.microsoft.com/office/drawing/2014/main" id="{D1103226-7B5B-0D1C-E9ED-E22416E347B0}"/>
              </a:ext>
            </a:extLst>
          </p:cNvPr>
          <p:cNvSpPr txBox="1"/>
          <p:nvPr/>
        </p:nvSpPr>
        <p:spPr>
          <a:xfrm>
            <a:off x="6924910" y="5145497"/>
            <a:ext cx="98456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100" b="1" dirty="0"/>
              <a:t>IP camera(s)</a:t>
            </a:r>
          </a:p>
        </p:txBody>
      </p:sp>
      <p:pic>
        <p:nvPicPr>
          <p:cNvPr id="1025" name="Picture 2">
            <a:extLst>
              <a:ext uri="{FF2B5EF4-FFF2-40B4-BE49-F238E27FC236}">
                <a16:creationId xmlns:a16="http://schemas.microsoft.com/office/drawing/2014/main" id="{310464F4-57D8-AEDF-F5CD-07E064F319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4289" y="4776761"/>
            <a:ext cx="524148" cy="524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2">
            <a:extLst>
              <a:ext uri="{FF2B5EF4-FFF2-40B4-BE49-F238E27FC236}">
                <a16:creationId xmlns:a16="http://schemas.microsoft.com/office/drawing/2014/main" id="{ADCC876E-5305-E437-5371-050A16B32E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2921" y="4794219"/>
            <a:ext cx="524148" cy="524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 descr="Mail Server Icons - Free SVG &amp; PNG Mail Server Images - Noun Project">
            <a:extLst>
              <a:ext uri="{FF2B5EF4-FFF2-40B4-BE49-F238E27FC236}">
                <a16:creationId xmlns:a16="http://schemas.microsoft.com/office/drawing/2014/main" id="{12BA2889-C92C-C24C-FA26-4769A71617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6824" y="2232988"/>
            <a:ext cx="413030" cy="413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33" name="Connettore diritto 1032">
            <a:extLst>
              <a:ext uri="{FF2B5EF4-FFF2-40B4-BE49-F238E27FC236}">
                <a16:creationId xmlns:a16="http://schemas.microsoft.com/office/drawing/2014/main" id="{7855DB06-39B8-38E9-9632-F36F8A86F920}"/>
              </a:ext>
            </a:extLst>
          </p:cNvPr>
          <p:cNvCxnSpPr/>
          <p:nvPr/>
        </p:nvCxnSpPr>
        <p:spPr>
          <a:xfrm>
            <a:off x="4843591" y="2005236"/>
            <a:ext cx="0" cy="135012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7" name="CasellaDiTesto 1036">
            <a:extLst>
              <a:ext uri="{FF2B5EF4-FFF2-40B4-BE49-F238E27FC236}">
                <a16:creationId xmlns:a16="http://schemas.microsoft.com/office/drawing/2014/main" id="{FF1EE005-92CE-C14D-3DC3-C4B6ABC86974}"/>
              </a:ext>
            </a:extLst>
          </p:cNvPr>
          <p:cNvSpPr txBox="1"/>
          <p:nvPr/>
        </p:nvSpPr>
        <p:spPr>
          <a:xfrm>
            <a:off x="3524169" y="3075401"/>
            <a:ext cx="129875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100" b="1" dirty="0"/>
              <a:t>Key management</a:t>
            </a:r>
          </a:p>
        </p:txBody>
      </p:sp>
      <p:grpSp>
        <p:nvGrpSpPr>
          <p:cNvPr id="1039" name="Gruppo 1038">
            <a:extLst>
              <a:ext uri="{FF2B5EF4-FFF2-40B4-BE49-F238E27FC236}">
                <a16:creationId xmlns:a16="http://schemas.microsoft.com/office/drawing/2014/main" id="{2597C5F9-FCDD-5B00-78C0-9C720DD23586}"/>
              </a:ext>
            </a:extLst>
          </p:cNvPr>
          <p:cNvGrpSpPr/>
          <p:nvPr/>
        </p:nvGrpSpPr>
        <p:grpSpPr>
          <a:xfrm rot="16200000">
            <a:off x="4658968" y="2563592"/>
            <a:ext cx="204051" cy="215677"/>
            <a:chOff x="5598398" y="3852935"/>
            <a:chExt cx="196381" cy="215677"/>
          </a:xfrm>
        </p:grpSpPr>
        <p:sp>
          <p:nvSpPr>
            <p:cNvPr id="1041" name="Triangolo isoscele 1040">
              <a:extLst>
                <a:ext uri="{FF2B5EF4-FFF2-40B4-BE49-F238E27FC236}">
                  <a16:creationId xmlns:a16="http://schemas.microsoft.com/office/drawing/2014/main" id="{906C51EF-844D-F01D-315F-1DCA8B3BCB85}"/>
                </a:ext>
              </a:extLst>
            </p:cNvPr>
            <p:cNvSpPr/>
            <p:nvPr/>
          </p:nvSpPr>
          <p:spPr>
            <a:xfrm>
              <a:off x="5598398" y="3852935"/>
              <a:ext cx="196381" cy="177481"/>
            </a:xfrm>
            <a:prstGeom prst="triangl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043" name="Triangolo isoscele 1042">
              <a:extLst>
                <a:ext uri="{FF2B5EF4-FFF2-40B4-BE49-F238E27FC236}">
                  <a16:creationId xmlns:a16="http://schemas.microsoft.com/office/drawing/2014/main" id="{65DFA09D-733D-3911-8E53-C2D4190439ED}"/>
                </a:ext>
              </a:extLst>
            </p:cNvPr>
            <p:cNvSpPr/>
            <p:nvPr/>
          </p:nvSpPr>
          <p:spPr>
            <a:xfrm>
              <a:off x="5598398" y="3891131"/>
              <a:ext cx="196381" cy="177481"/>
            </a:xfrm>
            <a:prstGeom prst="triangle">
              <a:avLst/>
            </a:prstGeom>
            <a:solidFill>
              <a:schemeClr val="bg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  <p:pic>
        <p:nvPicPr>
          <p:cNvPr id="1048" name="Picture 24" descr="Server Key Icons - Free SVG &amp; PNG Server Key Images - Noun Project">
            <a:extLst>
              <a:ext uri="{FF2B5EF4-FFF2-40B4-BE49-F238E27FC236}">
                <a16:creationId xmlns:a16="http://schemas.microsoft.com/office/drawing/2014/main" id="{6F36C0FF-9A11-7FC4-616D-922E30204B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5050" y="2369386"/>
            <a:ext cx="519407" cy="519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0" name="Picture 26" descr="process&quot; Icon - Download for free – Iconduck">
            <a:extLst>
              <a:ext uri="{FF2B5EF4-FFF2-40B4-BE49-F238E27FC236}">
                <a16:creationId xmlns:a16="http://schemas.microsoft.com/office/drawing/2014/main" id="{6157A54E-CBC4-BCB0-8213-3BD7F84EC5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0789" y="2702266"/>
            <a:ext cx="373135" cy="373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2" name="Picture 28" descr="Privacy icon SVG Vector &amp; PNG Free Download | UXWing">
            <a:extLst>
              <a:ext uri="{FF2B5EF4-FFF2-40B4-BE49-F238E27FC236}">
                <a16:creationId xmlns:a16="http://schemas.microsoft.com/office/drawing/2014/main" id="{50E7CFA3-60F5-AE80-7C07-9ED03AB299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0789" y="2217137"/>
            <a:ext cx="342152" cy="351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7" name="CasellaDiTesto 1046">
            <a:extLst>
              <a:ext uri="{FF2B5EF4-FFF2-40B4-BE49-F238E27FC236}">
                <a16:creationId xmlns:a16="http://schemas.microsoft.com/office/drawing/2014/main" id="{9DAE2B09-7E19-9BA6-E24F-5EBE2B65AD20}"/>
              </a:ext>
            </a:extLst>
          </p:cNvPr>
          <p:cNvSpPr txBox="1"/>
          <p:nvPr/>
        </p:nvSpPr>
        <p:spPr>
          <a:xfrm>
            <a:off x="6395279" y="2232988"/>
            <a:ext cx="1343638" cy="769441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it-IT" sz="1600" b="1" dirty="0"/>
              <a:t>ISAAC Core</a:t>
            </a:r>
          </a:p>
          <a:p>
            <a:r>
              <a:rPr lang="it-IT" sz="700" dirty="0"/>
              <a:t>(Workflow orchestrator,</a:t>
            </a:r>
          </a:p>
          <a:p>
            <a:r>
              <a:rPr lang="it-IT" sz="700" dirty="0"/>
              <a:t>SMTP server, </a:t>
            </a:r>
            <a:r>
              <a:rPr lang="it-IT" sz="700" dirty="0" err="1"/>
              <a:t>blur</a:t>
            </a:r>
            <a:r>
              <a:rPr lang="it-IT" sz="700" dirty="0"/>
              <a:t> service</a:t>
            </a:r>
          </a:p>
          <a:p>
            <a:r>
              <a:rPr lang="it-IT" sz="700" dirty="0"/>
              <a:t>Storage and DB management,</a:t>
            </a:r>
          </a:p>
          <a:p>
            <a:r>
              <a:rPr lang="it-IT" sz="700" dirty="0"/>
              <a:t>authentication, </a:t>
            </a:r>
            <a:r>
              <a:rPr lang="it-IT" sz="700" dirty="0" err="1"/>
              <a:t>logging</a:t>
            </a:r>
            <a:r>
              <a:rPr lang="it-IT" sz="700" dirty="0"/>
              <a:t>)</a:t>
            </a:r>
          </a:p>
        </p:txBody>
      </p:sp>
      <p:pic>
        <p:nvPicPr>
          <p:cNvPr id="1054" name="Picture 30" descr="Logs Vector Icon Design Illustration 7602178 Vector Art at Vecteezy">
            <a:extLst>
              <a:ext uri="{FF2B5EF4-FFF2-40B4-BE49-F238E27FC236}">
                <a16:creationId xmlns:a16="http://schemas.microsoft.com/office/drawing/2014/main" id="{C9EF885D-6D29-1054-0F9A-E8AEF77CC1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0802" y="2723719"/>
            <a:ext cx="325198" cy="373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066912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7">
            <a:extLst>
              <a:ext uri="{FF2B5EF4-FFF2-40B4-BE49-F238E27FC236}">
                <a16:creationId xmlns:a16="http://schemas.microsoft.com/office/drawing/2014/main" id="{6DE098D8-418D-235B-CE3E-1D78B897B0D6}"/>
              </a:ext>
            </a:extLst>
          </p:cNvPr>
          <p:cNvSpPr/>
          <p:nvPr/>
        </p:nvSpPr>
        <p:spPr>
          <a:xfrm>
            <a:off x="3531793" y="3355357"/>
            <a:ext cx="4329592" cy="135012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pic>
        <p:nvPicPr>
          <p:cNvPr id="1034" name="Picture 10" descr="Hailo-8™ M.2 2280 B+M key">
            <a:extLst>
              <a:ext uri="{FF2B5EF4-FFF2-40B4-BE49-F238E27FC236}">
                <a16:creationId xmlns:a16="http://schemas.microsoft.com/office/drawing/2014/main" id="{804EE90A-1DD6-B623-CB15-BA98DD291D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0832" y="3652965"/>
            <a:ext cx="640759" cy="6407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ttangolo 5">
            <a:extLst>
              <a:ext uri="{FF2B5EF4-FFF2-40B4-BE49-F238E27FC236}">
                <a16:creationId xmlns:a16="http://schemas.microsoft.com/office/drawing/2014/main" id="{A8084613-9C85-CFF9-1003-18F3A4154F70}"/>
              </a:ext>
            </a:extLst>
          </p:cNvPr>
          <p:cNvSpPr/>
          <p:nvPr/>
        </p:nvSpPr>
        <p:spPr>
          <a:xfrm>
            <a:off x="3531793" y="1245793"/>
            <a:ext cx="4329592" cy="75944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1BCC0632-AF41-5953-772A-E997DAB814B3}"/>
              </a:ext>
            </a:extLst>
          </p:cNvPr>
          <p:cNvSpPr/>
          <p:nvPr/>
        </p:nvSpPr>
        <p:spPr>
          <a:xfrm>
            <a:off x="3531793" y="2016113"/>
            <a:ext cx="4329592" cy="1350121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 sz="1050" dirty="0"/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88C48C15-72EE-B79A-018D-A3B3FBBDB55E}"/>
              </a:ext>
            </a:extLst>
          </p:cNvPr>
          <p:cNvSpPr/>
          <p:nvPr/>
        </p:nvSpPr>
        <p:spPr>
          <a:xfrm>
            <a:off x="3531793" y="4705479"/>
            <a:ext cx="4329592" cy="7016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E138B5B3-4EE3-FB54-FA14-A2FD73C7F425}"/>
              </a:ext>
            </a:extLst>
          </p:cNvPr>
          <p:cNvSpPr txBox="1"/>
          <p:nvPr/>
        </p:nvSpPr>
        <p:spPr>
          <a:xfrm>
            <a:off x="2197462" y="1317146"/>
            <a:ext cx="7825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Client</a:t>
            </a:r>
          </a:p>
          <a:p>
            <a:r>
              <a:rPr lang="it-IT" dirty="0"/>
              <a:t>Layer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31CE2074-B465-A8DA-7E83-A714958880F6}"/>
              </a:ext>
            </a:extLst>
          </p:cNvPr>
          <p:cNvSpPr txBox="1"/>
          <p:nvPr/>
        </p:nvSpPr>
        <p:spPr>
          <a:xfrm>
            <a:off x="2197462" y="2344838"/>
            <a:ext cx="10919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Business</a:t>
            </a:r>
          </a:p>
          <a:p>
            <a:r>
              <a:rPr lang="it-IT" dirty="0"/>
              <a:t>Layer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4601F0E2-B6F6-34E1-0FEE-91758B38F73F}"/>
              </a:ext>
            </a:extLst>
          </p:cNvPr>
          <p:cNvSpPr txBox="1"/>
          <p:nvPr/>
        </p:nvSpPr>
        <p:spPr>
          <a:xfrm>
            <a:off x="2149012" y="3679432"/>
            <a:ext cx="12509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Support &amp; </a:t>
            </a:r>
          </a:p>
          <a:p>
            <a:r>
              <a:rPr lang="it-IT" dirty="0"/>
              <a:t>Data Layer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2FD3638E-D072-B5A0-C0CB-1284DE051BEA}"/>
              </a:ext>
            </a:extLst>
          </p:cNvPr>
          <p:cNvSpPr txBox="1"/>
          <p:nvPr/>
        </p:nvSpPr>
        <p:spPr>
          <a:xfrm>
            <a:off x="2191570" y="4751365"/>
            <a:ext cx="8274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/>
              <a:t>Things</a:t>
            </a:r>
            <a:endParaRPr lang="it-IT" dirty="0"/>
          </a:p>
          <a:p>
            <a:r>
              <a:rPr lang="it-IT" dirty="0"/>
              <a:t>Layer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9C604E4-8C94-F925-FC9D-4F304D8649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8605" y="4780933"/>
            <a:ext cx="524148" cy="524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8" name="Gruppo 27">
            <a:extLst>
              <a:ext uri="{FF2B5EF4-FFF2-40B4-BE49-F238E27FC236}">
                <a16:creationId xmlns:a16="http://schemas.microsoft.com/office/drawing/2014/main" id="{1016781E-E72D-2190-9E85-380CFA64F1FE}"/>
              </a:ext>
            </a:extLst>
          </p:cNvPr>
          <p:cNvGrpSpPr/>
          <p:nvPr/>
        </p:nvGrpSpPr>
        <p:grpSpPr>
          <a:xfrm>
            <a:off x="5452239" y="3166433"/>
            <a:ext cx="204056" cy="215677"/>
            <a:chOff x="5598398" y="3852935"/>
            <a:chExt cx="196386" cy="215677"/>
          </a:xfrm>
        </p:grpSpPr>
        <p:sp>
          <p:nvSpPr>
            <p:cNvPr id="29" name="Triangolo isoscele 28">
              <a:extLst>
                <a:ext uri="{FF2B5EF4-FFF2-40B4-BE49-F238E27FC236}">
                  <a16:creationId xmlns:a16="http://schemas.microsoft.com/office/drawing/2014/main" id="{5F0BA81E-06C3-6899-BFC8-64B3F162BB9E}"/>
                </a:ext>
              </a:extLst>
            </p:cNvPr>
            <p:cNvSpPr/>
            <p:nvPr/>
          </p:nvSpPr>
          <p:spPr>
            <a:xfrm>
              <a:off x="5598398" y="3852935"/>
              <a:ext cx="196381" cy="177481"/>
            </a:xfrm>
            <a:prstGeom prst="triangl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30" name="Triangolo isoscele 29">
              <a:extLst>
                <a:ext uri="{FF2B5EF4-FFF2-40B4-BE49-F238E27FC236}">
                  <a16:creationId xmlns:a16="http://schemas.microsoft.com/office/drawing/2014/main" id="{4D7BC285-0B57-4CFB-925E-8E3E20ADC0BE}"/>
                </a:ext>
              </a:extLst>
            </p:cNvPr>
            <p:cNvSpPr/>
            <p:nvPr/>
          </p:nvSpPr>
          <p:spPr>
            <a:xfrm>
              <a:off x="5598403" y="3891131"/>
              <a:ext cx="196381" cy="177481"/>
            </a:xfrm>
            <a:prstGeom prst="triangle">
              <a:avLst/>
            </a:prstGeom>
            <a:solidFill>
              <a:schemeClr val="bg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  <p:grpSp>
        <p:nvGrpSpPr>
          <p:cNvPr id="31" name="Gruppo 30">
            <a:extLst>
              <a:ext uri="{FF2B5EF4-FFF2-40B4-BE49-F238E27FC236}">
                <a16:creationId xmlns:a16="http://schemas.microsoft.com/office/drawing/2014/main" id="{F1227CF4-7A32-AD7C-EC1E-F35518D0DB46}"/>
              </a:ext>
            </a:extLst>
          </p:cNvPr>
          <p:cNvGrpSpPr/>
          <p:nvPr/>
        </p:nvGrpSpPr>
        <p:grpSpPr>
          <a:xfrm rot="10800000">
            <a:off x="5068932" y="3331057"/>
            <a:ext cx="204051" cy="215677"/>
            <a:chOff x="5598398" y="3852935"/>
            <a:chExt cx="196381" cy="215677"/>
          </a:xfrm>
        </p:grpSpPr>
        <p:sp>
          <p:nvSpPr>
            <p:cNvPr id="32" name="Triangolo isoscele 31">
              <a:extLst>
                <a:ext uri="{FF2B5EF4-FFF2-40B4-BE49-F238E27FC236}">
                  <a16:creationId xmlns:a16="http://schemas.microsoft.com/office/drawing/2014/main" id="{274A1620-292D-4644-35D5-E9552960BF3A}"/>
                </a:ext>
              </a:extLst>
            </p:cNvPr>
            <p:cNvSpPr/>
            <p:nvPr/>
          </p:nvSpPr>
          <p:spPr>
            <a:xfrm>
              <a:off x="5598398" y="3852935"/>
              <a:ext cx="196381" cy="177481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33" name="Triangolo isoscele 32">
              <a:extLst>
                <a:ext uri="{FF2B5EF4-FFF2-40B4-BE49-F238E27FC236}">
                  <a16:creationId xmlns:a16="http://schemas.microsoft.com/office/drawing/2014/main" id="{0DF3D34F-DB5F-42C3-29C3-6CDC91A2A244}"/>
                </a:ext>
              </a:extLst>
            </p:cNvPr>
            <p:cNvSpPr/>
            <p:nvPr/>
          </p:nvSpPr>
          <p:spPr>
            <a:xfrm>
              <a:off x="5598398" y="3891131"/>
              <a:ext cx="196381" cy="177481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  <p:sp>
        <p:nvSpPr>
          <p:cNvPr id="34" name="CasellaDiTesto 33">
            <a:extLst>
              <a:ext uri="{FF2B5EF4-FFF2-40B4-BE49-F238E27FC236}">
                <a16:creationId xmlns:a16="http://schemas.microsoft.com/office/drawing/2014/main" id="{B38C20A7-65B2-C2DE-1DEA-A3BABD558FE6}"/>
              </a:ext>
            </a:extLst>
          </p:cNvPr>
          <p:cNvSpPr txBox="1"/>
          <p:nvPr/>
        </p:nvSpPr>
        <p:spPr>
          <a:xfrm>
            <a:off x="6692475" y="4424769"/>
            <a:ext cx="121700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100" b="1" dirty="0"/>
              <a:t>Edge computing</a:t>
            </a:r>
          </a:p>
        </p:txBody>
      </p:sp>
      <p:grpSp>
        <p:nvGrpSpPr>
          <p:cNvPr id="35" name="Gruppo 34">
            <a:extLst>
              <a:ext uri="{FF2B5EF4-FFF2-40B4-BE49-F238E27FC236}">
                <a16:creationId xmlns:a16="http://schemas.microsoft.com/office/drawing/2014/main" id="{81404237-CD29-D545-CB66-76138F16D18D}"/>
              </a:ext>
            </a:extLst>
          </p:cNvPr>
          <p:cNvGrpSpPr/>
          <p:nvPr/>
        </p:nvGrpSpPr>
        <p:grpSpPr>
          <a:xfrm>
            <a:off x="6159687" y="4508898"/>
            <a:ext cx="204051" cy="215677"/>
            <a:chOff x="5598398" y="3852935"/>
            <a:chExt cx="196381" cy="215677"/>
          </a:xfrm>
        </p:grpSpPr>
        <p:sp>
          <p:nvSpPr>
            <p:cNvPr id="36" name="Triangolo isoscele 35">
              <a:extLst>
                <a:ext uri="{FF2B5EF4-FFF2-40B4-BE49-F238E27FC236}">
                  <a16:creationId xmlns:a16="http://schemas.microsoft.com/office/drawing/2014/main" id="{A0E380D9-3C1D-5F9E-A2B3-3818A6857380}"/>
                </a:ext>
              </a:extLst>
            </p:cNvPr>
            <p:cNvSpPr/>
            <p:nvPr/>
          </p:nvSpPr>
          <p:spPr>
            <a:xfrm>
              <a:off x="5598398" y="3852935"/>
              <a:ext cx="196381" cy="177481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37" name="Triangolo isoscele 36">
              <a:extLst>
                <a:ext uri="{FF2B5EF4-FFF2-40B4-BE49-F238E27FC236}">
                  <a16:creationId xmlns:a16="http://schemas.microsoft.com/office/drawing/2014/main" id="{96A38ADB-AD3D-0B28-8302-51A6CCF57678}"/>
                </a:ext>
              </a:extLst>
            </p:cNvPr>
            <p:cNvSpPr/>
            <p:nvPr/>
          </p:nvSpPr>
          <p:spPr>
            <a:xfrm>
              <a:off x="5598398" y="3891131"/>
              <a:ext cx="196381" cy="177481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  <p:pic>
        <p:nvPicPr>
          <p:cNvPr id="1036" name="Picture 12" descr="Storage device - Free technology icons">
            <a:extLst>
              <a:ext uri="{FF2B5EF4-FFF2-40B4-BE49-F238E27FC236}">
                <a16:creationId xmlns:a16="http://schemas.microsoft.com/office/drawing/2014/main" id="{319B6E39-1E19-BDCA-8520-8FFDFC9D99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1114" y="4171160"/>
            <a:ext cx="406433" cy="4064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Storage security - Free interface icons">
            <a:extLst>
              <a:ext uri="{FF2B5EF4-FFF2-40B4-BE49-F238E27FC236}">
                <a16:creationId xmlns:a16="http://schemas.microsoft.com/office/drawing/2014/main" id="{12CA4A91-0C17-9AB5-2CED-BAF05BF5F7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9607" y="3525729"/>
            <a:ext cx="466746" cy="4667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" name="CasellaDiTesto 39">
            <a:extLst>
              <a:ext uri="{FF2B5EF4-FFF2-40B4-BE49-F238E27FC236}">
                <a16:creationId xmlns:a16="http://schemas.microsoft.com/office/drawing/2014/main" id="{7B62E973-7100-1BDD-F82D-A7CE6E992808}"/>
              </a:ext>
            </a:extLst>
          </p:cNvPr>
          <p:cNvSpPr txBox="1"/>
          <p:nvPr/>
        </p:nvSpPr>
        <p:spPr>
          <a:xfrm>
            <a:off x="4368535" y="4205608"/>
            <a:ext cx="10615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100" dirty="0" err="1"/>
              <a:t>Oper</a:t>
            </a:r>
            <a:r>
              <a:rPr lang="it-IT" sz="1100" dirty="0"/>
              <a:t>. DB</a:t>
            </a:r>
          </a:p>
          <a:p>
            <a:r>
              <a:rPr lang="it-IT" sz="700" dirty="0"/>
              <a:t>(user, workers, events)</a:t>
            </a:r>
          </a:p>
        </p:txBody>
      </p:sp>
      <p:sp>
        <p:nvSpPr>
          <p:cNvPr id="41" name="CasellaDiTesto 40">
            <a:extLst>
              <a:ext uri="{FF2B5EF4-FFF2-40B4-BE49-F238E27FC236}">
                <a16:creationId xmlns:a16="http://schemas.microsoft.com/office/drawing/2014/main" id="{EBDE5885-6198-465F-2A01-8938D2FDA7EA}"/>
              </a:ext>
            </a:extLst>
          </p:cNvPr>
          <p:cNvSpPr txBox="1"/>
          <p:nvPr/>
        </p:nvSpPr>
        <p:spPr>
          <a:xfrm>
            <a:off x="4430244" y="3610610"/>
            <a:ext cx="10647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100" dirty="0" err="1"/>
              <a:t>Enrypted</a:t>
            </a:r>
            <a:r>
              <a:rPr lang="it-IT" sz="1100" dirty="0"/>
              <a:t> FS</a:t>
            </a:r>
          </a:p>
          <a:p>
            <a:r>
              <a:rPr lang="it-IT" sz="700" dirty="0"/>
              <a:t>(frames, </a:t>
            </a:r>
            <a:r>
              <a:rPr lang="it-IT" sz="700" dirty="0" err="1"/>
              <a:t>archived</a:t>
            </a:r>
            <a:r>
              <a:rPr lang="it-IT" sz="700" dirty="0"/>
              <a:t> logs)</a:t>
            </a:r>
          </a:p>
        </p:txBody>
      </p:sp>
      <p:sp>
        <p:nvSpPr>
          <p:cNvPr id="42" name="CasellaDiTesto 41">
            <a:extLst>
              <a:ext uri="{FF2B5EF4-FFF2-40B4-BE49-F238E27FC236}">
                <a16:creationId xmlns:a16="http://schemas.microsoft.com/office/drawing/2014/main" id="{35FEA686-C6A1-BFB4-6CFA-BB8F277F82AD}"/>
              </a:ext>
            </a:extLst>
          </p:cNvPr>
          <p:cNvSpPr txBox="1"/>
          <p:nvPr/>
        </p:nvSpPr>
        <p:spPr>
          <a:xfrm>
            <a:off x="6803496" y="3817412"/>
            <a:ext cx="1194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100" b="1" dirty="0"/>
              <a:t>CV </a:t>
            </a:r>
            <a:r>
              <a:rPr lang="it-IT" sz="1100" b="1" dirty="0" err="1"/>
              <a:t>module</a:t>
            </a:r>
            <a:endParaRPr lang="it-IT" sz="1100" b="1" dirty="0"/>
          </a:p>
          <a:p>
            <a:r>
              <a:rPr lang="it-IT" sz="700" dirty="0"/>
              <a:t>(SBC, </a:t>
            </a:r>
            <a:r>
              <a:rPr lang="it-IT" sz="700" dirty="0" err="1"/>
              <a:t>Obj</a:t>
            </a:r>
            <a:r>
              <a:rPr lang="it-IT" sz="700" dirty="0"/>
              <a:t>. Det. AI models)</a:t>
            </a:r>
          </a:p>
        </p:txBody>
      </p:sp>
      <p:pic>
        <p:nvPicPr>
          <p:cNvPr id="1032" name="Picture 8" descr="Raspberry Pi Icon Logo Illustration Sign Stock Illustration 2028366701 |  Shutterstock">
            <a:extLst>
              <a:ext uri="{FF2B5EF4-FFF2-40B4-BE49-F238E27FC236}">
                <a16:creationId xmlns:a16="http://schemas.microsoft.com/office/drawing/2014/main" id="{BD3D8A97-34CE-C47B-1198-DFE25E0C738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762" t="27450" r="21832" b="34105"/>
          <a:stretch/>
        </p:blipFill>
        <p:spPr bwMode="auto">
          <a:xfrm>
            <a:off x="5922005" y="3784278"/>
            <a:ext cx="494234" cy="369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0" name="Connettore diritto 49">
            <a:extLst>
              <a:ext uri="{FF2B5EF4-FFF2-40B4-BE49-F238E27FC236}">
                <a16:creationId xmlns:a16="http://schemas.microsoft.com/office/drawing/2014/main" id="{F715B204-A784-E971-D1D2-0D301B0E7429}"/>
              </a:ext>
            </a:extLst>
          </p:cNvPr>
          <p:cNvCxnSpPr/>
          <p:nvPr/>
        </p:nvCxnSpPr>
        <p:spPr>
          <a:xfrm>
            <a:off x="5585136" y="4029389"/>
            <a:ext cx="19481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1" name="Gruppo 50">
            <a:extLst>
              <a:ext uri="{FF2B5EF4-FFF2-40B4-BE49-F238E27FC236}">
                <a16:creationId xmlns:a16="http://schemas.microsoft.com/office/drawing/2014/main" id="{841175E2-2426-EC9E-0ACE-A4BAE1F065A4}"/>
              </a:ext>
            </a:extLst>
          </p:cNvPr>
          <p:cNvGrpSpPr/>
          <p:nvPr/>
        </p:nvGrpSpPr>
        <p:grpSpPr>
          <a:xfrm rot="10800000">
            <a:off x="6599445" y="3332129"/>
            <a:ext cx="204056" cy="215677"/>
            <a:chOff x="5598398" y="3852935"/>
            <a:chExt cx="196386" cy="215677"/>
          </a:xfrm>
        </p:grpSpPr>
        <p:sp>
          <p:nvSpPr>
            <p:cNvPr id="52" name="Triangolo isoscele 51">
              <a:extLst>
                <a:ext uri="{FF2B5EF4-FFF2-40B4-BE49-F238E27FC236}">
                  <a16:creationId xmlns:a16="http://schemas.microsoft.com/office/drawing/2014/main" id="{E79E3C06-4BFD-F5F5-9E4B-1949D03788EB}"/>
                </a:ext>
              </a:extLst>
            </p:cNvPr>
            <p:cNvSpPr/>
            <p:nvPr/>
          </p:nvSpPr>
          <p:spPr>
            <a:xfrm>
              <a:off x="5598398" y="3852935"/>
              <a:ext cx="196381" cy="177481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53" name="Triangolo isoscele 52">
              <a:extLst>
                <a:ext uri="{FF2B5EF4-FFF2-40B4-BE49-F238E27FC236}">
                  <a16:creationId xmlns:a16="http://schemas.microsoft.com/office/drawing/2014/main" id="{1CEBB8F3-8A2B-2782-72A5-0C5F0B6B5349}"/>
                </a:ext>
              </a:extLst>
            </p:cNvPr>
            <p:cNvSpPr/>
            <p:nvPr/>
          </p:nvSpPr>
          <p:spPr>
            <a:xfrm>
              <a:off x="5598403" y="3891131"/>
              <a:ext cx="196381" cy="177481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  <p:grpSp>
        <p:nvGrpSpPr>
          <p:cNvPr id="54" name="Gruppo 53">
            <a:extLst>
              <a:ext uri="{FF2B5EF4-FFF2-40B4-BE49-F238E27FC236}">
                <a16:creationId xmlns:a16="http://schemas.microsoft.com/office/drawing/2014/main" id="{8851937C-B219-B21E-854E-F58B8C950F35}"/>
              </a:ext>
            </a:extLst>
          </p:cNvPr>
          <p:cNvGrpSpPr/>
          <p:nvPr/>
        </p:nvGrpSpPr>
        <p:grpSpPr>
          <a:xfrm rot="10800000">
            <a:off x="5059902" y="1978490"/>
            <a:ext cx="204051" cy="215677"/>
            <a:chOff x="5598398" y="3852935"/>
            <a:chExt cx="196381" cy="215677"/>
          </a:xfrm>
        </p:grpSpPr>
        <p:sp>
          <p:nvSpPr>
            <p:cNvPr id="55" name="Triangolo isoscele 54">
              <a:extLst>
                <a:ext uri="{FF2B5EF4-FFF2-40B4-BE49-F238E27FC236}">
                  <a16:creationId xmlns:a16="http://schemas.microsoft.com/office/drawing/2014/main" id="{DE2EE458-158A-3BE1-464D-DE2B87883088}"/>
                </a:ext>
              </a:extLst>
            </p:cNvPr>
            <p:cNvSpPr/>
            <p:nvPr/>
          </p:nvSpPr>
          <p:spPr>
            <a:xfrm>
              <a:off x="5598398" y="3852935"/>
              <a:ext cx="196381" cy="177481"/>
            </a:xfrm>
            <a:prstGeom prst="triangl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56" name="Triangolo isoscele 55">
              <a:extLst>
                <a:ext uri="{FF2B5EF4-FFF2-40B4-BE49-F238E27FC236}">
                  <a16:creationId xmlns:a16="http://schemas.microsoft.com/office/drawing/2014/main" id="{7435684C-BAF4-D8C9-608D-D988222899AC}"/>
                </a:ext>
              </a:extLst>
            </p:cNvPr>
            <p:cNvSpPr/>
            <p:nvPr/>
          </p:nvSpPr>
          <p:spPr>
            <a:xfrm>
              <a:off x="5598398" y="3891131"/>
              <a:ext cx="196381" cy="177481"/>
            </a:xfrm>
            <a:prstGeom prst="triangle">
              <a:avLst/>
            </a:prstGeom>
            <a:solidFill>
              <a:schemeClr val="bg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  <p:cxnSp>
        <p:nvCxnSpPr>
          <p:cNvPr id="58" name="Connettore diritto 57">
            <a:extLst>
              <a:ext uri="{FF2B5EF4-FFF2-40B4-BE49-F238E27FC236}">
                <a16:creationId xmlns:a16="http://schemas.microsoft.com/office/drawing/2014/main" id="{2287EAF5-2BE3-FF88-5DA4-D225EA42ABE1}"/>
              </a:ext>
            </a:extLst>
          </p:cNvPr>
          <p:cNvCxnSpPr>
            <a:cxnSpLocks/>
            <a:stCxn id="7" idx="0"/>
            <a:endCxn id="6" idx="0"/>
          </p:cNvCxnSpPr>
          <p:nvPr/>
        </p:nvCxnSpPr>
        <p:spPr>
          <a:xfrm flipV="1">
            <a:off x="5696589" y="1245793"/>
            <a:ext cx="0" cy="77032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042" name="Picture 18" descr="Free Rest Api Black Outline Logo SVG, PNG Icon, Symbol. Download Image.">
            <a:extLst>
              <a:ext uri="{FF2B5EF4-FFF2-40B4-BE49-F238E27FC236}">
                <a16:creationId xmlns:a16="http://schemas.microsoft.com/office/drawing/2014/main" id="{BC8C12CF-474E-2E12-D232-C9F67741490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398"/>
          <a:stretch/>
        </p:blipFill>
        <p:spPr bwMode="auto">
          <a:xfrm>
            <a:off x="3707743" y="1350083"/>
            <a:ext cx="536912" cy="475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9" name="CasellaDiTesto 58">
            <a:extLst>
              <a:ext uri="{FF2B5EF4-FFF2-40B4-BE49-F238E27FC236}">
                <a16:creationId xmlns:a16="http://schemas.microsoft.com/office/drawing/2014/main" id="{78E42030-75E6-B5E4-D482-CA1514B2EB16}"/>
              </a:ext>
            </a:extLst>
          </p:cNvPr>
          <p:cNvSpPr txBox="1"/>
          <p:nvPr/>
        </p:nvSpPr>
        <p:spPr>
          <a:xfrm>
            <a:off x="4273473" y="1429673"/>
            <a:ext cx="13322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 dirty="0"/>
              <a:t>Local network </a:t>
            </a:r>
            <a:r>
              <a:rPr lang="it-IT" sz="1100" dirty="0" err="1"/>
              <a:t>APIs</a:t>
            </a:r>
            <a:endParaRPr lang="it-IT" sz="1100" dirty="0"/>
          </a:p>
          <a:p>
            <a:r>
              <a:rPr lang="it-IT" sz="700" dirty="0"/>
              <a:t>(tech user)</a:t>
            </a:r>
          </a:p>
        </p:txBody>
      </p:sp>
      <p:pic>
        <p:nvPicPr>
          <p:cNvPr id="1044" name="Picture 20" descr="Email Icon Images – Browse 1,019,535 Stock Photos, Vectors, and Video |  Adobe Stock">
            <a:extLst>
              <a:ext uri="{FF2B5EF4-FFF2-40B4-BE49-F238E27FC236}">
                <a16:creationId xmlns:a16="http://schemas.microsoft.com/office/drawing/2014/main" id="{3A7A65B8-2665-A1EB-9EA7-D47811F494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3524" y="1292037"/>
            <a:ext cx="578932" cy="5789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0" name="CasellaDiTesto 59">
            <a:extLst>
              <a:ext uri="{FF2B5EF4-FFF2-40B4-BE49-F238E27FC236}">
                <a16:creationId xmlns:a16="http://schemas.microsoft.com/office/drawing/2014/main" id="{9F05FABA-3B2C-3FD1-129E-778B531A5B35}"/>
              </a:ext>
            </a:extLst>
          </p:cNvPr>
          <p:cNvSpPr txBox="1"/>
          <p:nvPr/>
        </p:nvSpPr>
        <p:spPr>
          <a:xfrm>
            <a:off x="6537210" y="1420899"/>
            <a:ext cx="9476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100" dirty="0"/>
              <a:t>E-mail client</a:t>
            </a:r>
          </a:p>
          <a:p>
            <a:r>
              <a:rPr lang="it-IT" sz="700" dirty="0"/>
              <a:t>(Security user)</a:t>
            </a:r>
          </a:p>
        </p:txBody>
      </p:sp>
      <p:grpSp>
        <p:nvGrpSpPr>
          <p:cNvPr id="61" name="Gruppo 60">
            <a:extLst>
              <a:ext uri="{FF2B5EF4-FFF2-40B4-BE49-F238E27FC236}">
                <a16:creationId xmlns:a16="http://schemas.microsoft.com/office/drawing/2014/main" id="{3CA5F086-D800-A40D-47CC-A8CE22464FC6}"/>
              </a:ext>
            </a:extLst>
          </p:cNvPr>
          <p:cNvGrpSpPr/>
          <p:nvPr/>
        </p:nvGrpSpPr>
        <p:grpSpPr>
          <a:xfrm>
            <a:off x="6676959" y="1814332"/>
            <a:ext cx="204056" cy="215677"/>
            <a:chOff x="5598398" y="3852935"/>
            <a:chExt cx="196386" cy="215677"/>
          </a:xfrm>
        </p:grpSpPr>
        <p:sp>
          <p:nvSpPr>
            <p:cNvPr id="62" name="Triangolo isoscele 61">
              <a:extLst>
                <a:ext uri="{FF2B5EF4-FFF2-40B4-BE49-F238E27FC236}">
                  <a16:creationId xmlns:a16="http://schemas.microsoft.com/office/drawing/2014/main" id="{C25DFA3F-CD13-080C-8195-266BC3DD91F1}"/>
                </a:ext>
              </a:extLst>
            </p:cNvPr>
            <p:cNvSpPr/>
            <p:nvPr/>
          </p:nvSpPr>
          <p:spPr>
            <a:xfrm>
              <a:off x="5598398" y="3852935"/>
              <a:ext cx="196381" cy="177481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63" name="Triangolo isoscele 62">
              <a:extLst>
                <a:ext uri="{FF2B5EF4-FFF2-40B4-BE49-F238E27FC236}">
                  <a16:creationId xmlns:a16="http://schemas.microsoft.com/office/drawing/2014/main" id="{9ADFD11A-BEDF-4D92-3779-8CE8DD1A5D85}"/>
                </a:ext>
              </a:extLst>
            </p:cNvPr>
            <p:cNvSpPr/>
            <p:nvPr/>
          </p:nvSpPr>
          <p:spPr>
            <a:xfrm>
              <a:off x="5598403" y="3891131"/>
              <a:ext cx="196381" cy="177481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  <p:sp>
        <p:nvSpPr>
          <p:cNvPr id="1024" name="CasellaDiTesto 1023">
            <a:extLst>
              <a:ext uri="{FF2B5EF4-FFF2-40B4-BE49-F238E27FC236}">
                <a16:creationId xmlns:a16="http://schemas.microsoft.com/office/drawing/2014/main" id="{D1103226-7B5B-0D1C-E9ED-E22416E347B0}"/>
              </a:ext>
            </a:extLst>
          </p:cNvPr>
          <p:cNvSpPr txBox="1"/>
          <p:nvPr/>
        </p:nvSpPr>
        <p:spPr>
          <a:xfrm>
            <a:off x="6924910" y="5145497"/>
            <a:ext cx="98456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100" b="1" dirty="0"/>
              <a:t>IP camera(s)</a:t>
            </a:r>
          </a:p>
        </p:txBody>
      </p:sp>
      <p:pic>
        <p:nvPicPr>
          <p:cNvPr id="1025" name="Picture 2">
            <a:extLst>
              <a:ext uri="{FF2B5EF4-FFF2-40B4-BE49-F238E27FC236}">
                <a16:creationId xmlns:a16="http://schemas.microsoft.com/office/drawing/2014/main" id="{310464F4-57D8-AEDF-F5CD-07E064F319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4289" y="4776761"/>
            <a:ext cx="524148" cy="524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2">
            <a:extLst>
              <a:ext uri="{FF2B5EF4-FFF2-40B4-BE49-F238E27FC236}">
                <a16:creationId xmlns:a16="http://schemas.microsoft.com/office/drawing/2014/main" id="{ADCC876E-5305-E437-5371-050A16B32E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2921" y="4794219"/>
            <a:ext cx="524148" cy="524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 descr="Mail Server Icons - Free SVG &amp; PNG Mail Server Images - Noun Project">
            <a:extLst>
              <a:ext uri="{FF2B5EF4-FFF2-40B4-BE49-F238E27FC236}">
                <a16:creationId xmlns:a16="http://schemas.microsoft.com/office/drawing/2014/main" id="{12BA2889-C92C-C24C-FA26-4769A71617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6103" y="2337346"/>
            <a:ext cx="176793" cy="176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33" name="Connettore diritto 1032">
            <a:extLst>
              <a:ext uri="{FF2B5EF4-FFF2-40B4-BE49-F238E27FC236}">
                <a16:creationId xmlns:a16="http://schemas.microsoft.com/office/drawing/2014/main" id="{7855DB06-39B8-38E9-9632-F36F8A86F920}"/>
              </a:ext>
            </a:extLst>
          </p:cNvPr>
          <p:cNvCxnSpPr/>
          <p:nvPr/>
        </p:nvCxnSpPr>
        <p:spPr>
          <a:xfrm>
            <a:off x="4772471" y="2005236"/>
            <a:ext cx="0" cy="135012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7" name="CasellaDiTesto 1036">
            <a:extLst>
              <a:ext uri="{FF2B5EF4-FFF2-40B4-BE49-F238E27FC236}">
                <a16:creationId xmlns:a16="http://schemas.microsoft.com/office/drawing/2014/main" id="{FF1EE005-92CE-C14D-3DC3-C4B6ABC86974}"/>
              </a:ext>
            </a:extLst>
          </p:cNvPr>
          <p:cNvSpPr txBox="1"/>
          <p:nvPr/>
        </p:nvSpPr>
        <p:spPr>
          <a:xfrm>
            <a:off x="3524169" y="3075401"/>
            <a:ext cx="129875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100" b="1" dirty="0"/>
              <a:t>Key management</a:t>
            </a:r>
          </a:p>
        </p:txBody>
      </p:sp>
      <p:grpSp>
        <p:nvGrpSpPr>
          <p:cNvPr id="1039" name="Gruppo 1038">
            <a:extLst>
              <a:ext uri="{FF2B5EF4-FFF2-40B4-BE49-F238E27FC236}">
                <a16:creationId xmlns:a16="http://schemas.microsoft.com/office/drawing/2014/main" id="{2597C5F9-FCDD-5B00-78C0-9C720DD23586}"/>
              </a:ext>
            </a:extLst>
          </p:cNvPr>
          <p:cNvGrpSpPr/>
          <p:nvPr/>
        </p:nvGrpSpPr>
        <p:grpSpPr>
          <a:xfrm rot="16200000">
            <a:off x="4587848" y="2563592"/>
            <a:ext cx="204051" cy="215677"/>
            <a:chOff x="5598398" y="3852935"/>
            <a:chExt cx="196381" cy="215677"/>
          </a:xfrm>
        </p:grpSpPr>
        <p:sp>
          <p:nvSpPr>
            <p:cNvPr id="1041" name="Triangolo isoscele 1040">
              <a:extLst>
                <a:ext uri="{FF2B5EF4-FFF2-40B4-BE49-F238E27FC236}">
                  <a16:creationId xmlns:a16="http://schemas.microsoft.com/office/drawing/2014/main" id="{906C51EF-844D-F01D-315F-1DCA8B3BCB85}"/>
                </a:ext>
              </a:extLst>
            </p:cNvPr>
            <p:cNvSpPr/>
            <p:nvPr/>
          </p:nvSpPr>
          <p:spPr>
            <a:xfrm>
              <a:off x="5598398" y="3852935"/>
              <a:ext cx="196381" cy="177481"/>
            </a:xfrm>
            <a:prstGeom prst="triangl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043" name="Triangolo isoscele 1042">
              <a:extLst>
                <a:ext uri="{FF2B5EF4-FFF2-40B4-BE49-F238E27FC236}">
                  <a16:creationId xmlns:a16="http://schemas.microsoft.com/office/drawing/2014/main" id="{65DFA09D-733D-3911-8E53-C2D4190439ED}"/>
                </a:ext>
              </a:extLst>
            </p:cNvPr>
            <p:cNvSpPr/>
            <p:nvPr/>
          </p:nvSpPr>
          <p:spPr>
            <a:xfrm>
              <a:off x="5598398" y="3891131"/>
              <a:ext cx="196381" cy="177481"/>
            </a:xfrm>
            <a:prstGeom prst="triangle">
              <a:avLst/>
            </a:prstGeom>
            <a:solidFill>
              <a:schemeClr val="bg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  <p:pic>
        <p:nvPicPr>
          <p:cNvPr id="1048" name="Picture 24" descr="Server Key Icons - Free SVG &amp; PNG Server Key Images - Noun Project">
            <a:extLst>
              <a:ext uri="{FF2B5EF4-FFF2-40B4-BE49-F238E27FC236}">
                <a16:creationId xmlns:a16="http://schemas.microsoft.com/office/drawing/2014/main" id="{6F36C0FF-9A11-7FC4-616D-922E30204B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5050" y="2369386"/>
            <a:ext cx="519407" cy="519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0" name="Picture 26" descr="process&quot; Icon - Download for free – Iconduck">
            <a:extLst>
              <a:ext uri="{FF2B5EF4-FFF2-40B4-BE49-F238E27FC236}">
                <a16:creationId xmlns:a16="http://schemas.microsoft.com/office/drawing/2014/main" id="{6157A54E-CBC4-BCB0-8213-3BD7F84EC5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6103" y="2573298"/>
            <a:ext cx="171347" cy="1713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2" name="Picture 28" descr="Privacy icon SVG Vector &amp; PNG Free Download | UXWing">
            <a:extLst>
              <a:ext uri="{FF2B5EF4-FFF2-40B4-BE49-F238E27FC236}">
                <a16:creationId xmlns:a16="http://schemas.microsoft.com/office/drawing/2014/main" id="{50E7CFA3-60F5-AE80-7C07-9ED03AB299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346" y="2100309"/>
            <a:ext cx="231806" cy="23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7" name="Gruppo 66">
            <a:extLst>
              <a:ext uri="{FF2B5EF4-FFF2-40B4-BE49-F238E27FC236}">
                <a16:creationId xmlns:a16="http://schemas.microsoft.com/office/drawing/2014/main" id="{7F73CE1A-0FBF-4529-981F-2BC022EEDD30}"/>
              </a:ext>
            </a:extLst>
          </p:cNvPr>
          <p:cNvGrpSpPr/>
          <p:nvPr/>
        </p:nvGrpSpPr>
        <p:grpSpPr>
          <a:xfrm>
            <a:off x="6986399" y="3166433"/>
            <a:ext cx="204056" cy="215677"/>
            <a:chOff x="5598398" y="3852935"/>
            <a:chExt cx="196386" cy="215677"/>
          </a:xfrm>
        </p:grpSpPr>
        <p:sp>
          <p:nvSpPr>
            <p:cNvPr id="68" name="Triangolo isoscele 67">
              <a:extLst>
                <a:ext uri="{FF2B5EF4-FFF2-40B4-BE49-F238E27FC236}">
                  <a16:creationId xmlns:a16="http://schemas.microsoft.com/office/drawing/2014/main" id="{C9F511EB-0EF5-40E6-85E2-902A846C7F75}"/>
                </a:ext>
              </a:extLst>
            </p:cNvPr>
            <p:cNvSpPr/>
            <p:nvPr/>
          </p:nvSpPr>
          <p:spPr>
            <a:xfrm>
              <a:off x="5598398" y="3852935"/>
              <a:ext cx="196381" cy="177481"/>
            </a:xfrm>
            <a:prstGeom prst="triangl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69" name="Triangolo isoscele 68">
              <a:extLst>
                <a:ext uri="{FF2B5EF4-FFF2-40B4-BE49-F238E27FC236}">
                  <a16:creationId xmlns:a16="http://schemas.microsoft.com/office/drawing/2014/main" id="{1674F6F7-4E58-4689-A53C-DC8F673C83D5}"/>
                </a:ext>
              </a:extLst>
            </p:cNvPr>
            <p:cNvSpPr/>
            <p:nvPr/>
          </p:nvSpPr>
          <p:spPr>
            <a:xfrm>
              <a:off x="5598403" y="3891131"/>
              <a:ext cx="196381" cy="177481"/>
            </a:xfrm>
            <a:prstGeom prst="triangle">
              <a:avLst/>
            </a:prstGeom>
            <a:solidFill>
              <a:schemeClr val="bg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  <p:cxnSp>
        <p:nvCxnSpPr>
          <p:cNvPr id="3" name="Connettore diritto 2">
            <a:extLst>
              <a:ext uri="{FF2B5EF4-FFF2-40B4-BE49-F238E27FC236}">
                <a16:creationId xmlns:a16="http://schemas.microsoft.com/office/drawing/2014/main" id="{F0BC8797-4534-4AA5-BF82-7829EA0414B2}"/>
              </a:ext>
            </a:extLst>
          </p:cNvPr>
          <p:cNvCxnSpPr/>
          <p:nvPr/>
        </p:nvCxnSpPr>
        <p:spPr>
          <a:xfrm>
            <a:off x="5830950" y="3353814"/>
            <a:ext cx="0" cy="135166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" name="Rettangolo 3">
            <a:extLst>
              <a:ext uri="{FF2B5EF4-FFF2-40B4-BE49-F238E27FC236}">
                <a16:creationId xmlns:a16="http://schemas.microsoft.com/office/drawing/2014/main" id="{01F99298-0765-4E11-B4F1-C63CE5CB7465}"/>
              </a:ext>
            </a:extLst>
          </p:cNvPr>
          <p:cNvSpPr/>
          <p:nvPr/>
        </p:nvSpPr>
        <p:spPr>
          <a:xfrm>
            <a:off x="5164763" y="2291724"/>
            <a:ext cx="805262" cy="7396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900" dirty="0">
                <a:solidFill>
                  <a:schemeClr val="tx1"/>
                </a:solidFill>
              </a:rPr>
              <a:t>Log, </a:t>
            </a:r>
            <a:r>
              <a:rPr lang="it-IT" sz="900" dirty="0" err="1">
                <a:solidFill>
                  <a:schemeClr val="tx1"/>
                </a:solidFill>
              </a:rPr>
              <a:t>auth</a:t>
            </a:r>
            <a:r>
              <a:rPr lang="it-IT" sz="900" dirty="0">
                <a:solidFill>
                  <a:schemeClr val="tx1"/>
                </a:solidFill>
              </a:rPr>
              <a:t> and data management</a:t>
            </a:r>
          </a:p>
        </p:txBody>
      </p:sp>
      <p:sp>
        <p:nvSpPr>
          <p:cNvPr id="73" name="Rettangolo 72">
            <a:extLst>
              <a:ext uri="{FF2B5EF4-FFF2-40B4-BE49-F238E27FC236}">
                <a16:creationId xmlns:a16="http://schemas.microsoft.com/office/drawing/2014/main" id="{F0EBF4F5-2505-4963-B36F-FE0424EDE3CE}"/>
              </a:ext>
            </a:extLst>
          </p:cNvPr>
          <p:cNvSpPr/>
          <p:nvPr/>
        </p:nvSpPr>
        <p:spPr>
          <a:xfrm>
            <a:off x="5968394" y="2780093"/>
            <a:ext cx="1753206" cy="2524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900" dirty="0">
                <a:solidFill>
                  <a:schemeClr val="tx1"/>
                </a:solidFill>
              </a:rPr>
              <a:t>Edge device manager</a:t>
            </a:r>
          </a:p>
        </p:txBody>
      </p:sp>
      <p:sp>
        <p:nvSpPr>
          <p:cNvPr id="74" name="Rettangolo 73">
            <a:extLst>
              <a:ext uri="{FF2B5EF4-FFF2-40B4-BE49-F238E27FC236}">
                <a16:creationId xmlns:a16="http://schemas.microsoft.com/office/drawing/2014/main" id="{A61B98EC-C994-40D5-8881-70D89F525B6B}"/>
              </a:ext>
            </a:extLst>
          </p:cNvPr>
          <p:cNvSpPr/>
          <p:nvPr/>
        </p:nvSpPr>
        <p:spPr>
          <a:xfrm>
            <a:off x="5968394" y="2538541"/>
            <a:ext cx="1753206" cy="23746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900" dirty="0">
                <a:solidFill>
                  <a:schemeClr val="tx1"/>
                </a:solidFill>
              </a:rPr>
              <a:t>Workflow orchestrator</a:t>
            </a:r>
          </a:p>
        </p:txBody>
      </p:sp>
      <p:sp>
        <p:nvSpPr>
          <p:cNvPr id="76" name="Rettangolo 75">
            <a:extLst>
              <a:ext uri="{FF2B5EF4-FFF2-40B4-BE49-F238E27FC236}">
                <a16:creationId xmlns:a16="http://schemas.microsoft.com/office/drawing/2014/main" id="{0C17EDB2-AD96-4036-AE4A-2D00D81F9BEC}"/>
              </a:ext>
            </a:extLst>
          </p:cNvPr>
          <p:cNvSpPr/>
          <p:nvPr/>
        </p:nvSpPr>
        <p:spPr>
          <a:xfrm>
            <a:off x="5968394" y="2291915"/>
            <a:ext cx="1753206" cy="2514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900" dirty="0">
                <a:solidFill>
                  <a:schemeClr val="tx1"/>
                </a:solidFill>
              </a:rPr>
              <a:t>Notification </a:t>
            </a:r>
            <a:r>
              <a:rPr lang="it-IT" sz="900" dirty="0" err="1">
                <a:solidFill>
                  <a:schemeClr val="tx1"/>
                </a:solidFill>
              </a:rPr>
              <a:t>module</a:t>
            </a:r>
            <a:endParaRPr lang="it-IT" sz="900" dirty="0">
              <a:solidFill>
                <a:schemeClr val="tx1"/>
              </a:solidFill>
            </a:endParaRPr>
          </a:p>
        </p:txBody>
      </p:sp>
      <p:pic>
        <p:nvPicPr>
          <p:cNvPr id="2050" name="Picture 2" descr="21+ Thousand Edge Computing Icon Royalty-Free Images, Stock Photos &amp;  Pictures | Shutterstock">
            <a:extLst>
              <a:ext uri="{FF2B5EF4-FFF2-40B4-BE49-F238E27FC236}">
                <a16:creationId xmlns:a16="http://schemas.microsoft.com/office/drawing/2014/main" id="{383DFAFC-7E7F-4647-8092-8E27BC031C6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89" t="12937" r="21164" b="35556"/>
          <a:stretch/>
        </p:blipFill>
        <p:spPr bwMode="auto">
          <a:xfrm>
            <a:off x="7452459" y="2815451"/>
            <a:ext cx="194991" cy="190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1" name="CasellaDiTesto 80">
            <a:extLst>
              <a:ext uri="{FF2B5EF4-FFF2-40B4-BE49-F238E27FC236}">
                <a16:creationId xmlns:a16="http://schemas.microsoft.com/office/drawing/2014/main" id="{AFDE78F3-A492-4DCB-B037-E0352AA04DA6}"/>
              </a:ext>
            </a:extLst>
          </p:cNvPr>
          <p:cNvSpPr txBox="1"/>
          <p:nvPr/>
        </p:nvSpPr>
        <p:spPr>
          <a:xfrm>
            <a:off x="5843690" y="3053913"/>
            <a:ext cx="129875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400" b="1" dirty="0"/>
              <a:t>ISAAC Core</a:t>
            </a:r>
          </a:p>
        </p:txBody>
      </p:sp>
    </p:spTree>
    <p:extLst>
      <p:ext uri="{BB962C8B-B14F-4D97-AF65-F5344CB8AC3E}">
        <p14:creationId xmlns:p14="http://schemas.microsoft.com/office/powerpoint/2010/main" val="203871912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735192e-ec71-40a1-825c-8971dcddf271">
      <Terms xmlns="http://schemas.microsoft.com/office/infopath/2007/PartnerControls"/>
    </lcf76f155ced4ddcb4097134ff3c332f>
    <TaxCatchAll xmlns="848150f8-85e9-4aeb-ae75-a80aa57084e0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FA57CFF5DE98A40ACFEE50952031BB2" ma:contentTypeVersion="13" ma:contentTypeDescription="Create a new document." ma:contentTypeScope="" ma:versionID="1b290a6e6252649908d92c5976d5d7e2">
  <xsd:schema xmlns:xsd="http://www.w3.org/2001/XMLSchema" xmlns:xs="http://www.w3.org/2001/XMLSchema" xmlns:p="http://schemas.microsoft.com/office/2006/metadata/properties" xmlns:ns2="5735192e-ec71-40a1-825c-8971dcddf271" xmlns:ns3="848150f8-85e9-4aeb-ae75-a80aa57084e0" targetNamespace="http://schemas.microsoft.com/office/2006/metadata/properties" ma:root="true" ma:fieldsID="58a6a892a146a2221de2f89f384aacde" ns2:_="" ns3:_="">
    <xsd:import namespace="5735192e-ec71-40a1-825c-8971dcddf271"/>
    <xsd:import namespace="848150f8-85e9-4aeb-ae75-a80aa57084e0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735192e-ec71-40a1-825c-8971dcddf271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51236525-b976-4609-a1d2-2c06a491e05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48150f8-85e9-4aeb-ae75-a80aa57084e0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45362636-606f-46bc-9d50-61b4a37de972}" ma:internalName="TaxCatchAll" ma:showField="CatchAllData" ma:web="848150f8-85e9-4aeb-ae75-a80aa57084e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CF79759-9D1C-41C5-9668-B35991C2BAE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08979FD-CE62-448F-BDC0-A1E9E923A0C0}">
  <ds:schemaRefs>
    <ds:schemaRef ds:uri="http://www.w3.org/XML/1998/namespace"/>
    <ds:schemaRef ds:uri="http://purl.org/dc/dcmitype/"/>
    <ds:schemaRef ds:uri="http://purl.org/dc/terms/"/>
    <ds:schemaRef ds:uri="c4fdcfbd-3d0a-4387-a1bc-fea3600f240f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71BA699E-8178-450E-8459-91F1D186FE59}"/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159</Words>
  <Application>Microsoft Office PowerPoint</Application>
  <PresentationFormat>Widescreen</PresentationFormat>
  <Paragraphs>52</Paragraphs>
  <Slides>2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Tema di Office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Giordano Pescetelli</dc:creator>
  <cp:lastModifiedBy>Giordano Pescetelli</cp:lastModifiedBy>
  <cp:revision>6</cp:revision>
  <dcterms:created xsi:type="dcterms:W3CDTF">2025-05-14T15:50:52Z</dcterms:created>
  <dcterms:modified xsi:type="dcterms:W3CDTF">2025-05-15T15:12:56Z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0x0101000FA57CFF5DE98A40ACFEE50952031BB2</vt:lpwstr>
  </property>
  <property fmtid="{D5CDD505-2E9C-101B-9397-08002B2CF9AE}" pid="3" name="MediaServiceImageTags">
    <vt:lpwstr/>
  </property>
  <property fmtid="{D5CDD505-2E9C-101B-9397-08002B2CF9AE}" pid="4" name="Order">
    <vt:r8>4900</vt:r8>
  </property>
  <property fmtid="{D5CDD505-2E9C-101B-9397-08002B2CF9AE}" pid="5" name="xd_Signature">
    <vt:bool>false</vt:bool>
  </property>
  <property fmtid="{D5CDD505-2E9C-101B-9397-08002B2CF9AE}" pid="6" name="xd_ProgID">
    <vt:lpwstr/>
  </property>
  <property fmtid="{D5CDD505-2E9C-101B-9397-08002B2CF9AE}" pid="7" name="_SourceUrl">
    <vt:lpwstr/>
  </property>
  <property fmtid="{D5CDD505-2E9C-101B-9397-08002B2CF9AE}" pid="8" name="_SharedFileIndex">
    <vt:lpwstr/>
  </property>
  <property fmtid="{D5CDD505-2E9C-101B-9397-08002B2CF9AE}" pid="9" name="ComplianceAssetId">
    <vt:lpwstr/>
  </property>
  <property fmtid="{D5CDD505-2E9C-101B-9397-08002B2CF9AE}" pid="10" name="TemplateUrl">
    <vt:lpwstr/>
  </property>
  <property fmtid="{D5CDD505-2E9C-101B-9397-08002B2CF9AE}" pid="11" name="_ExtendedDescription">
    <vt:lpwstr/>
  </property>
  <property fmtid="{D5CDD505-2E9C-101B-9397-08002B2CF9AE}" pid="12" name="TriggerFlowInfo">
    <vt:lpwstr/>
  </property>
</Properties>
</file>